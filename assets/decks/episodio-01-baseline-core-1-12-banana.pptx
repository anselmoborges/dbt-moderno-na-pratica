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787a6ccc454569" /><Relationship Type="http://schemas.openxmlformats.org/officeDocument/2006/relationships/extended-properties" Target="/docProps/app.xml" Id="Rbdb3c674bf9645a5" /><Relationship Type="http://schemas.openxmlformats.org/officeDocument/2006/relationships/officeDocument" Target="/ppt/presentation.xml" Id="R71c8c762f16a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82239424d4e90"/>
  </p:sldMasterIdLst>
  <p:notesMasterIdLst>
    <p:notesMasterId xmlns:r="http://schemas.openxmlformats.org/officeDocument/2006/relationships" r:id="R584f01fe2bb94be1"/>
  </p:notesMasterIdLst>
  <p:sldIdLst>
    <p:sldId xmlns:r="http://schemas.openxmlformats.org/officeDocument/2006/relationships" id="256" r:id="R1004fc9fa8194528"/>
    <p:sldId xmlns:r="http://schemas.openxmlformats.org/officeDocument/2006/relationships" id="257" r:id="R7003192e1dad45d9"/>
    <p:sldId xmlns:r="http://schemas.openxmlformats.org/officeDocument/2006/relationships" id="258" r:id="Rb76d7d1d2c2e4fe8"/>
    <p:sldId xmlns:r="http://schemas.openxmlformats.org/officeDocument/2006/relationships" id="259" r:id="R152006b2a9084404"/>
    <p:sldId xmlns:r="http://schemas.openxmlformats.org/officeDocument/2006/relationships" id="260" r:id="R7249ef17c8f84ffb"/>
    <p:sldId xmlns:r="http://schemas.openxmlformats.org/officeDocument/2006/relationships" id="261" r:id="R86043657044642ec"/>
    <p:sldId xmlns:r="http://schemas.openxmlformats.org/officeDocument/2006/relationships" id="262" r:id="R0bde67110e6343c9"/>
    <p:sldId xmlns:r="http://schemas.openxmlformats.org/officeDocument/2006/relationships" id="263" r:id="R3fd1baed6c054c09"/>
    <p:sldId xmlns:r="http://schemas.openxmlformats.org/officeDocument/2006/relationships" id="264" r:id="Rbd00dd41974b4808"/>
    <p:sldId xmlns:r="http://schemas.openxmlformats.org/officeDocument/2006/relationships" id="265" r:id="Rd6afe604152740ac"/>
    <p:sldId xmlns:r="http://schemas.openxmlformats.org/officeDocument/2006/relationships" id="266" r:id="Rbcd5aa05934a44f2"/>
    <p:sldId xmlns:r="http://schemas.openxmlformats.org/officeDocument/2006/relationships" id="267" r:id="R2a4ce4e7514b43f3"/>
    <p:sldId xmlns:r="http://schemas.openxmlformats.org/officeDocument/2006/relationships" id="268" r:id="R9f1db63d6fc44e4e"/>
    <p:sldId xmlns:r="http://schemas.openxmlformats.org/officeDocument/2006/relationships" id="269" r:id="R2e05e14d61fe4e3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256daa7214978" /><Relationship Type="http://schemas.openxmlformats.org/officeDocument/2006/relationships/slideMaster" Target="/ppt/slideMasters/slideMaster1.xml" Id="Rde782239424d4e90" /><Relationship Type="http://schemas.openxmlformats.org/officeDocument/2006/relationships/notesMaster" Target="/ppt/notesMasters/notesMaster1.xml" Id="R584f01fe2bb94be1" /><Relationship Type="http://schemas.openxmlformats.org/officeDocument/2006/relationships/presProps" Target="/ppt/presProps.xml" Id="Rc875ab737aed40ae" /><Relationship Type="http://schemas.openxmlformats.org/officeDocument/2006/relationships/viewProps" Target="/ppt/viewProps.xml" Id="Rb5d0b9bc511140c9" /><Relationship Type="http://schemas.openxmlformats.org/officeDocument/2006/relationships/tableStyles" Target="/ppt/tableStyles.xml" Id="Ra8ed67e2af9a45c2" /><Relationship Type="http://schemas.openxmlformats.org/officeDocument/2006/relationships/slide" Target="/ppt/slides/slide1.xml" Id="R1004fc9fa8194528" /><Relationship Type="http://schemas.openxmlformats.org/officeDocument/2006/relationships/slide" Target="/ppt/slides/slide2.xml" Id="R7003192e1dad45d9" /><Relationship Type="http://schemas.openxmlformats.org/officeDocument/2006/relationships/slide" Target="/ppt/slides/slide3.xml" Id="Rb76d7d1d2c2e4fe8" /><Relationship Type="http://schemas.openxmlformats.org/officeDocument/2006/relationships/slide" Target="/ppt/slides/slide4.xml" Id="R152006b2a9084404" /><Relationship Type="http://schemas.openxmlformats.org/officeDocument/2006/relationships/slide" Target="/ppt/slides/slide5.xml" Id="R7249ef17c8f84ffb" /><Relationship Type="http://schemas.openxmlformats.org/officeDocument/2006/relationships/slide" Target="/ppt/slides/slide6.xml" Id="R86043657044642ec" /><Relationship Type="http://schemas.openxmlformats.org/officeDocument/2006/relationships/slide" Target="/ppt/slides/slide7.xml" Id="R0bde67110e6343c9" /><Relationship Type="http://schemas.openxmlformats.org/officeDocument/2006/relationships/slide" Target="/ppt/slides/slide8.xml" Id="R3fd1baed6c054c09" /><Relationship Type="http://schemas.openxmlformats.org/officeDocument/2006/relationships/slide" Target="/ppt/slides/slide9.xml" Id="Rbd00dd41974b4808" /><Relationship Type="http://schemas.openxmlformats.org/officeDocument/2006/relationships/slide" Target="/ppt/slides/slide10.xml" Id="Rd6afe604152740ac" /><Relationship Type="http://schemas.openxmlformats.org/officeDocument/2006/relationships/slide" Target="/ppt/slides/slide11.xml" Id="Rbcd5aa05934a44f2" /><Relationship Type="http://schemas.openxmlformats.org/officeDocument/2006/relationships/slide" Target="/ppt/slides/slide12.xml" Id="R2a4ce4e7514b43f3" /><Relationship Type="http://schemas.openxmlformats.org/officeDocument/2006/relationships/slide" Target="/ppt/slides/slide13.xml" Id="R9f1db63d6fc44e4e" /><Relationship Type="http://schemas.openxmlformats.org/officeDocument/2006/relationships/slide" Target="/ppt/slides/slide14.xml" Id="R2e05e14d61fe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3d91d6bb0542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4528fdf7c472a" /><Relationship Type="http://schemas.openxmlformats.org/officeDocument/2006/relationships/notesMaster" Target="/ppt/notesMasters/notesMaster1.xml" Id="Rdee6536ce8344c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4eb0e566b4de9" /><Relationship Type="http://schemas.openxmlformats.org/officeDocument/2006/relationships/notesMaster" Target="/ppt/notesMasters/notesMaster1.xml" Id="R30ef215d2d7f41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418b8592a94399" /><Relationship Type="http://schemas.openxmlformats.org/officeDocument/2006/relationships/notesMaster" Target="/ppt/notesMasters/notesMaster1.xml" Id="R1e5fa9d8fbf141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30beba3ef4866" /><Relationship Type="http://schemas.openxmlformats.org/officeDocument/2006/relationships/notesMaster" Target="/ppt/notesMasters/notesMaster1.xml" Id="Rfa460d6d97dd4b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9587b2eb7a45dd" /><Relationship Type="http://schemas.openxmlformats.org/officeDocument/2006/relationships/notesMaster" Target="/ppt/notesMasters/notesMaster1.xml" Id="R44cd6dcf964741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949df21d134e22" /><Relationship Type="http://schemas.openxmlformats.org/officeDocument/2006/relationships/notesMaster" Target="/ppt/notesMasters/notesMaster1.xml" Id="Rfffcf995a2ee4f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1079975916462c" /><Relationship Type="http://schemas.openxmlformats.org/officeDocument/2006/relationships/notesMaster" Target="/ppt/notesMasters/notesMaster1.xml" Id="R02b85c12ed4f46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f183b879314e06" /><Relationship Type="http://schemas.openxmlformats.org/officeDocument/2006/relationships/notesMaster" Target="/ppt/notesMasters/notesMaster1.xml" Id="R717d263df9cc4e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3101103f53476c" /><Relationship Type="http://schemas.openxmlformats.org/officeDocument/2006/relationships/notesMaster" Target="/ppt/notesMasters/notesMaster1.xml" Id="R6422462b118b47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f881f7223d4cca" /><Relationship Type="http://schemas.openxmlformats.org/officeDocument/2006/relationships/notesMaster" Target="/ppt/notesMasters/notesMaster1.xml" Id="R72026e582f7943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cf902a202b407a" /><Relationship Type="http://schemas.openxmlformats.org/officeDocument/2006/relationships/notesMaster" Target="/ppt/notesMasters/notesMaster1.xml" Id="R2006f79299fb4f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48b1e028f04e3d" /><Relationship Type="http://schemas.openxmlformats.org/officeDocument/2006/relationships/notesMaster" Target="/ppt/notesMasters/notesMaster1.xml" Id="R4e82941678ef43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7fed986dea4494" /><Relationship Type="http://schemas.openxmlformats.org/officeDocument/2006/relationships/notesMaster" Target="/ppt/notesMasters/notesMaster1.xml" Id="R40c3c2cb49ed48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02b8d1cd314f8a" /><Relationship Type="http://schemas.openxmlformats.org/officeDocument/2006/relationships/notesMaster" Target="/ppt/notesMasters/notesMaster1.xml" Id="R65325aa227fd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 auditando o próprio conteúdo. A promessa desta temporada é substituir conceitos citados por evidências executáveis.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https://www.youtube.com/watch?v=ZAgoqhlR95g&amp;list=PLeblJhqzZe1rvFehI3MsGXmrNch4zQqg8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rapidamente a auditoria com timestamps. Diferencie assunto anunciado de conteúdo demonstrado.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https://www.youtube.com/watch?v=ZAgoqhlR95g&amp;list=PLeblJhqzZe1rvFehI3MsGXmrNch4zQqg8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Reconheça os acertos da série original. A correção editorial é dizer onde a demonstração terminou.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https://www.youtube.com/watch?v=ZAgoqhlR95g&amp;list=PLeblJhqzZe1rvFehI3MsGXmrNch4zQqg8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regra editorial: só dizer 'vimos anteriormente' quando uma capacidade foi executada.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https://github.com/AnselmoBorges/dbt-moderno-na-pratica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gratuito não significa open source. Preços e limites serão verificados antes da gravação da temporada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https://www.getdbt.com/pricing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requirements-local.txt. Explique por que reproduzibilidade exige versão do adapter e não apenas 'pip install dbt'.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https://pypi.org/project/dbt-duckdb/1.11.0/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com as best practices oficiais sem copiar Jaffle Shop. O laboratório mantém Silver/Gold para conversar com a série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https://docs.getdbt.com/best-practices/how-we-structure/1-guide-overview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papel de cada comando sem mergulhar em flags. O checkpoint executará todos.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https://docs.getdbt.com/reference/dbt-commands</a:t>
            </a:r>
          </a:p>
          <a:p xmlns:a="http://schemas.openxmlformats.org/drawingml/2006/main">
            <a:r>
              <a:t>- https://docs.getdbt.com/reference/artifacts/dbt-artifacts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Deixe claro que ref cria dependência; descrições de tabelas e colunas continuam sendo trabalho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https://docs.getdbt.com/reference/dbt-jinja-functions/ref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manifest, run_results e catalog como contratos de máquina usados nos episódios seguintes.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https://docs.getdbt.com/reference/artifacts/dbt-artifacts</a:t>
            </a:r>
          </a:p>
          <a:p xmlns:a="http://schemas.openxmlformats.org/drawingml/2006/main">
            <a:r>
              <a:t>- https://docs.getdbt.com/reference/commands/build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na raiz. O setup já deve estar concluído pela Aula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valores vêm da fixture do laboratório. Não trate oito linhas como benchmark de desempenho.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https://github.com/AnselmoBorges/dbt-moderno-na-pratica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recomende beta para produção. Consulte a matriz oficial porque cada adapter e superfície pode ter maturidade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https://docs.getdbt.com/docs/local/install-dbt-v2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pedindo ao aluno que execute o checkpoint e abra o manifest. Conecte diretamente ao problema de grão e métricas do episódio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fd90e0ed247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a8ce6e14249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176c2860d4f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de3dcdc8441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c13aabebb45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92efc2a2f4d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517fcc4cf466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63f976ad646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abbf29b3646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82ff33b8e49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d37c203554c2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64C9A4-74A8-480D-88B9-9BA941FD1A9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9D3EFC1-863D-4919-8520-8818FECCCB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F54F0F-98C5-4FBF-8D51-4CEEFFCAD1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6450CF-95F3-48FA-BD89-7E378FA578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D7AD45-D33D-4890-AB68-5210115C5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63D697-8FF8-41B4-AB89-D98DB72BA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3226354-BF6B-4394-B875-ADD4CD26EB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C90D24-EC9A-4C01-B025-8C70C0EA3B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F4D008-55D8-425D-A679-E41BA27D30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9042A4-E2FC-4D20-BCA3-1D099BFAA7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AAE757-3D9F-45C1-9321-CDF09AD36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0D601C-13F0-4256-A71F-C85ACA055E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C08AFB-E0C2-41CD-A1E9-DF4C3069DB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EB5F25-DB06-47B4-AA01-501F76331C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54B64E-48B4-4B4C-A299-CDE2FE5A88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3BD429-65D1-415C-879B-62582FF29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987D15-B079-404E-9FE2-7F9D54E919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215C042-2AE6-4F65-B98A-8D45AAEAAA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B17E0-E63C-4B62-909F-A430EA1030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721AEC0-DEC1-4837-8A13-77A28168E7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44A4D1-4E89-48BE-903A-A329AD38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B3ED40-789F-431D-B016-1BFA4D66A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8E5C88-7F3E-4E72-847A-14DC226DEB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8C57DCE-40CB-417A-8C02-0AE5CE03B1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FEB4EAA-0801-4193-97CC-2EA6930700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7488108-987C-4FE3-AB1D-100B5868C33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A05CCA0-178F-45EF-9ED0-3EE74424CF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2510D8D-FBFB-4583-A9E7-CF4D244F8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4303068-6E24-4DAF-A691-10EC268597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42E723-EDD0-4E32-8F5E-EE911F828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FE915A1-3F5B-4796-8C78-144B8D55CF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01E737A-1D5F-4F94-BFD8-5711FD7FB7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F4F41FC-B6F4-4672-9A3E-F1000B9CD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7346F9-4042-40B1-B4AF-8DFBD6ADB6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790E7D4-9DB4-4A5F-B6DD-86B82B5EC4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9FA262A-F3AE-4140-86BA-CDBA634796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087307-CF8C-40C7-AD7F-372F80F54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4165ED-4322-45D5-931A-F18616BCF0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D107A3-F569-4021-9013-16617F8EA7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6CA155-240B-4449-AE0D-CA1DC336DC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4CC652F-BB58-4836-BE68-6E7DEDC862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2A4BA7-088B-4B5C-ACFA-43FBD2172D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D3BC61-4F91-4013-B0E0-EC16E368CC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47D7A63-6BFD-485C-8A81-A6A1DE31536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7FD99B5-76F8-4EFD-9309-C1B434394C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DE1E9E-6E20-42DD-B9BB-6579AEE9AE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866409-2B56-4294-B046-418811298C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ED4C73-DA21-45B4-818A-11C23A9F1E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B191A9-527F-4B1A-8240-F0D073A3F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5D7761-EF8F-44D6-8AFC-3B599B9E6F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5001D8-73EF-4700-9A15-804F730F89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DA5C12-31B6-4CF0-BAF6-15F64A7FFA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BB46FE-3107-4EAA-9D91-36AC56974D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292C233-8388-498A-8012-4216B52F2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1C71FE-F9F6-4B37-B810-901481088B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6E98D0-E8E9-4984-9619-AFF30E9AD5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F0B5B8-3F04-452D-8F42-20E49B2DBC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6DE705-0389-4BFE-911B-B259DAFB5F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de8f2d6fb2485e" /><Relationship Type="http://schemas.openxmlformats.org/officeDocument/2006/relationships/slideLayout" Target="/ppt/slideLayouts/slideLayout1.xml" Id="Rf9f1c6ed753e40fe" /><Relationship Type="http://schemas.openxmlformats.org/officeDocument/2006/relationships/slideLayout" Target="/ppt/slideLayouts/slideLayout2.xml" Id="Ra73cf84a1fae4d0c" /><Relationship Type="http://schemas.openxmlformats.org/officeDocument/2006/relationships/slideLayout" Target="/ppt/slideLayouts/slideLayout3.xml" Id="Rae96650126cd4466" /><Relationship Type="http://schemas.openxmlformats.org/officeDocument/2006/relationships/slideLayout" Target="/ppt/slideLayouts/slideLayout4.xml" Id="Re52e7570b0264538" /><Relationship Type="http://schemas.openxmlformats.org/officeDocument/2006/relationships/slideLayout" Target="/ppt/slideLayouts/slideLayout5.xml" Id="R96eff0f34b75401d" /><Relationship Type="http://schemas.openxmlformats.org/officeDocument/2006/relationships/slideLayout" Target="/ppt/slideLayouts/slideLayout6.xml" Id="R6c336f7d2b004a3a" /><Relationship Type="http://schemas.openxmlformats.org/officeDocument/2006/relationships/slideLayout" Target="/ppt/slideLayouts/slideLayout7.xml" Id="R3276098d17ca432b" /><Relationship Type="http://schemas.openxmlformats.org/officeDocument/2006/relationships/slideLayout" Target="/ppt/slideLayouts/slideLayout8.xml" Id="R05c038686adc4a97" /><Relationship Type="http://schemas.openxmlformats.org/officeDocument/2006/relationships/slideLayout" Target="/ppt/slideLayouts/slideLayout9.xml" Id="R1b2a10081edb4ec9" /><Relationship Type="http://schemas.openxmlformats.org/officeDocument/2006/relationships/slideLayout" Target="/ppt/slideLayouts/slideLayout10.xml" Id="Rbaf465573eb4444e" /><Relationship Type="http://schemas.openxmlformats.org/officeDocument/2006/relationships/slideLayout" Target="/ppt/slideLayouts/slideLayout11.xml" Id="Rf8694c286e82422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1FB5D25-C7A6-4E72-9391-D969215E7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40AF6-D631-4EAB-ADF8-3C2E2BC555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A77B53-D6EE-48BD-978B-5EA1805AC45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5844A8-E17A-41F6-8F55-E3246F99006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E326AA-19AA-42FA-9C87-D96248EEF0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1c6ed753e40fe"/>
    <p:sldLayoutId xmlns:r="http://schemas.openxmlformats.org/officeDocument/2006/relationships" id="2147483650" r:id="Ra73cf84a1fae4d0c"/>
    <p:sldLayoutId xmlns:r="http://schemas.openxmlformats.org/officeDocument/2006/relationships" id="2147483651" r:id="Rae96650126cd4466"/>
    <p:sldLayoutId xmlns:r="http://schemas.openxmlformats.org/officeDocument/2006/relationships" id="2147483652" r:id="Re52e7570b0264538"/>
    <p:sldLayoutId xmlns:r="http://schemas.openxmlformats.org/officeDocument/2006/relationships" id="2147483653" r:id="R96eff0f34b75401d"/>
    <p:sldLayoutId xmlns:r="http://schemas.openxmlformats.org/officeDocument/2006/relationships" id="2147483654" r:id="R6c336f7d2b004a3a"/>
    <p:sldLayoutId xmlns:r="http://schemas.openxmlformats.org/officeDocument/2006/relationships" id="2147483655" r:id="R3276098d17ca432b"/>
    <p:sldLayoutId xmlns:r="http://schemas.openxmlformats.org/officeDocument/2006/relationships" id="2147483656" r:id="R05c038686adc4a97"/>
    <p:sldLayoutId xmlns:r="http://schemas.openxmlformats.org/officeDocument/2006/relationships" id="2147483657" r:id="R1b2a10081edb4ec9"/>
    <p:sldLayoutId xmlns:r="http://schemas.openxmlformats.org/officeDocument/2006/relationships" id="2147483658" r:id="Rbaf465573eb4444e"/>
    <p:sldLayoutId xmlns:r="http://schemas.openxmlformats.org/officeDocument/2006/relationships" id="2147483659" r:id="Rf8694c286e82422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e763a8139b43c2" /><Relationship Type="http://schemas.openxmlformats.org/officeDocument/2006/relationships/image" Target="/ppt/media/image.jpeg" Id="Re5100028e388425a" /><Relationship Type="http://schemas.openxmlformats.org/officeDocument/2006/relationships/notesSlide" Target="/ppt/notesSlides/notesSlide1.xml" Id="R368fc2b20ec34a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c0e1b719dd4146" /><Relationship Type="http://schemas.openxmlformats.org/officeDocument/2006/relationships/image" Target="/ppt/media/image2.jpeg" Id="Rf2bf6bbee3144634" /><Relationship Type="http://schemas.openxmlformats.org/officeDocument/2006/relationships/notesSlide" Target="/ppt/notesSlides/notesSlide2.xml" Id="R1380a314e99c40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b80c62b3c2468c" /><Relationship Type="http://schemas.openxmlformats.org/officeDocument/2006/relationships/image" Target="/ppt/media/image3.jpeg" Id="R437bfdf08f704a01" /><Relationship Type="http://schemas.openxmlformats.org/officeDocument/2006/relationships/notesSlide" Target="/ppt/notesSlides/notesSlide3.xml" Id="R379a8c97dad542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fadbef955b4d18" /><Relationship Type="http://schemas.openxmlformats.org/officeDocument/2006/relationships/image" Target="/ppt/media/image4.jpeg" Id="R70467a456a8d49a3" /><Relationship Type="http://schemas.openxmlformats.org/officeDocument/2006/relationships/notesSlide" Target="/ppt/notesSlides/notesSlide4.xml" Id="R5e1079b8555f49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02da8b16ed44cf" /><Relationship Type="http://schemas.openxmlformats.org/officeDocument/2006/relationships/image" Target="/ppt/media/image5.jpeg" Id="Rc9871236aaaa49c9" /><Relationship Type="http://schemas.openxmlformats.org/officeDocument/2006/relationships/notesSlide" Target="/ppt/notesSlides/notesSlide5.xml" Id="Ra0b144f8eeeb43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e8b3be02714081" /><Relationship Type="http://schemas.openxmlformats.org/officeDocument/2006/relationships/image" Target="/ppt/media/image6.jpeg" Id="Rca3418527c4d4a09" /><Relationship Type="http://schemas.openxmlformats.org/officeDocument/2006/relationships/notesSlide" Target="/ppt/notesSlides/notesSlide6.xml" Id="R1f048a43fdc64c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d64f68277a4071" /><Relationship Type="http://schemas.openxmlformats.org/officeDocument/2006/relationships/image" Target="/ppt/media/image7.jpeg" Id="Rd00f4e1d0eec4753" /><Relationship Type="http://schemas.openxmlformats.org/officeDocument/2006/relationships/notesSlide" Target="/ppt/notesSlides/notesSlide7.xml" Id="R7c384f6555e644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1c9723678b4240" /><Relationship Type="http://schemas.openxmlformats.org/officeDocument/2006/relationships/image" Target="/ppt/media/image8.jpeg" Id="R79d5813b10c345ce" /><Relationship Type="http://schemas.openxmlformats.org/officeDocument/2006/relationships/notesSlide" Target="/ppt/notesSlides/notesSlide8.xml" Id="R9bde9b59d88a4a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196cd9c462412e" /><Relationship Type="http://schemas.openxmlformats.org/officeDocument/2006/relationships/image" Target="/ppt/media/image9.jpeg" Id="R6225914650674896" /><Relationship Type="http://schemas.openxmlformats.org/officeDocument/2006/relationships/notesSlide" Target="/ppt/notesSlides/notesSlide9.xml" Id="Rb764217237ae49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4f2c4527334468" /><Relationship Type="http://schemas.openxmlformats.org/officeDocument/2006/relationships/image" Target="/ppt/media/image10.jpeg" Id="R670a2f7e5d824c2e" /><Relationship Type="http://schemas.openxmlformats.org/officeDocument/2006/relationships/notesSlide" Target="/ppt/notesSlides/notesSlide10.xml" Id="R07fb83c57a0245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fd55b7226c4496" /><Relationship Type="http://schemas.openxmlformats.org/officeDocument/2006/relationships/image" Target="/ppt/media/image11.jpeg" Id="Rac420cbecb97434a" /><Relationship Type="http://schemas.openxmlformats.org/officeDocument/2006/relationships/notesSlide" Target="/ppt/notesSlides/notesSlide11.xml" Id="Ra7f3c7b6bb5842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a28be786844d65" /><Relationship Type="http://schemas.openxmlformats.org/officeDocument/2006/relationships/image" Target="/ppt/media/image12.jpeg" Id="R115ebe11beb64d31" /><Relationship Type="http://schemas.openxmlformats.org/officeDocument/2006/relationships/notesSlide" Target="/ppt/notesSlides/notesSlide12.xml" Id="R80d2bc7ef33e4c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77028237f240e9" /><Relationship Type="http://schemas.openxmlformats.org/officeDocument/2006/relationships/image" Target="/ppt/media/image13.jpeg" Id="R53d83ffddd614c4b" /><Relationship Type="http://schemas.openxmlformats.org/officeDocument/2006/relationships/notesSlide" Target="/ppt/notesSlides/notesSlide13.xml" Id="Ra99779fc373d4d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221d1ad95c46ab" /><Relationship Type="http://schemas.openxmlformats.org/officeDocument/2006/relationships/image" Target="/ppt/media/image14.jpeg" Id="R7a209d511ee444ee" /><Relationship Type="http://schemas.openxmlformats.org/officeDocument/2006/relationships/notesSlide" Target="/ppt/notesSlides/notesSlide14.xml" Id="R8781717015cc42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00028e38842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42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f6bbee3144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365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bfdf08f704a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825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67a456a8d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568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71236aaaa49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887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418527c4d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9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f4e1d0eec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701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5813b10c3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717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59146506748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99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a2f7e5d82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775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20cbecb9743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7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ebe11beb64d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07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83ffddd614c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383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09d511ee444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4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2026-09-01T23:42:05.6320000Z</dcterms:created>
  <dcterms:modified xsi:type="dcterms:W3CDTF">2026-09-01T23:42:05.6320000Z</dcterms:modified>
</coreProperties>
</file>