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0c8616df284faf" /><Relationship Type="http://schemas.openxmlformats.org/officeDocument/2006/relationships/extended-properties" Target="/docProps/app.xml" Id="Rc7bfa33d5dc44c5f" /><Relationship Type="http://schemas.openxmlformats.org/officeDocument/2006/relationships/officeDocument" Target="/ppt/presentation.xml" Id="R34321ff11c714c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6e5b7fb55d4e43"/>
    <p:sldMasterId xmlns:r="http://schemas.openxmlformats.org/officeDocument/2006/relationships" id="2147483650" r:id="Ra1129938354d4fff"/>
  </p:sldMasterIdLst>
  <p:notesMasterIdLst>
    <p:notesMasterId xmlns:r="http://schemas.openxmlformats.org/officeDocument/2006/relationships" r:id="R74ab74d2d2d54cf2"/>
  </p:notesMasterIdLst>
  <p:sldIdLst>
    <p:sldId xmlns:r="http://schemas.openxmlformats.org/officeDocument/2006/relationships" id="256" r:id="R3c2a1984e69e4cd1"/>
    <p:sldId xmlns:r="http://schemas.openxmlformats.org/officeDocument/2006/relationships" id="257" r:id="R5db3506aa6b44be0"/>
    <p:sldId xmlns:r="http://schemas.openxmlformats.org/officeDocument/2006/relationships" id="258" r:id="Rdff649bbd8fc4935"/>
    <p:sldId xmlns:r="http://schemas.openxmlformats.org/officeDocument/2006/relationships" id="259" r:id="R9f2934003c9541bf"/>
    <p:sldId xmlns:r="http://schemas.openxmlformats.org/officeDocument/2006/relationships" id="260" r:id="Rf34580506b5848cc"/>
    <p:sldId xmlns:r="http://schemas.openxmlformats.org/officeDocument/2006/relationships" id="261" r:id="R53cf2a8c16fb4e7b"/>
    <p:sldId xmlns:r="http://schemas.openxmlformats.org/officeDocument/2006/relationships" id="262" r:id="R5f87d95035774db9"/>
    <p:sldId xmlns:r="http://schemas.openxmlformats.org/officeDocument/2006/relationships" id="263" r:id="R5a44d33d6e7a45f4"/>
    <p:sldId xmlns:r="http://schemas.openxmlformats.org/officeDocument/2006/relationships" id="264" r:id="Rd781cb3b63fb48a5"/>
    <p:sldId xmlns:r="http://schemas.openxmlformats.org/officeDocument/2006/relationships" id="265" r:id="R06551596b6564829"/>
    <p:sldId xmlns:r="http://schemas.openxmlformats.org/officeDocument/2006/relationships" id="266" r:id="R5b60132737184ba3"/>
    <p:sldId xmlns:r="http://schemas.openxmlformats.org/officeDocument/2006/relationships" id="267" r:id="R6541fd5c798a4a54"/>
    <p:sldId xmlns:r="http://schemas.openxmlformats.org/officeDocument/2006/relationships" id="268" r:id="R0af2143e96574d44"/>
    <p:sldId xmlns:r="http://schemas.openxmlformats.org/officeDocument/2006/relationships" id="269" r:id="Reabdeaeefcd24f23"/>
    <p:sldId xmlns:r="http://schemas.openxmlformats.org/officeDocument/2006/relationships" id="270" r:id="R0bd1d847e8c64027"/>
    <p:sldId xmlns:r="http://schemas.openxmlformats.org/officeDocument/2006/relationships" id="271" r:id="Recb6eff5312a454c"/>
    <p:sldId xmlns:r="http://schemas.openxmlformats.org/officeDocument/2006/relationships" id="272" r:id="Ra3959867e2684745"/>
    <p:sldId xmlns:r="http://schemas.openxmlformats.org/officeDocument/2006/relationships" id="273" r:id="Rec9dbd45ea70458f"/>
    <p:sldId xmlns:r="http://schemas.openxmlformats.org/officeDocument/2006/relationships" id="274" r:id="R6fbfcecdedce4aeb"/>
    <p:sldId xmlns:r="http://schemas.openxmlformats.org/officeDocument/2006/relationships" id="275" r:id="R2978282a319040d7"/>
    <p:sldId xmlns:r="http://schemas.openxmlformats.org/officeDocument/2006/relationships" id="276" r:id="Rd35efcbc966c491f"/>
    <p:sldId xmlns:r="http://schemas.openxmlformats.org/officeDocument/2006/relationships" id="277" r:id="R4f18925249084e9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71290f0288478d" /><Relationship Type="http://schemas.openxmlformats.org/officeDocument/2006/relationships/slideMaster" Target="/ppt/slideMasters/slideMaster1.xml" Id="Rc66e5b7fb55d4e43" /><Relationship Type="http://schemas.openxmlformats.org/officeDocument/2006/relationships/slideMaster" Target="/ppt/slideMasters/slideMaster2.xml" Id="Ra1129938354d4fff" /><Relationship Type="http://schemas.openxmlformats.org/officeDocument/2006/relationships/notesMaster" Target="/ppt/notesMasters/notesMaster1.xml" Id="R74ab74d2d2d54cf2" /><Relationship Type="http://schemas.openxmlformats.org/officeDocument/2006/relationships/presProps" Target="/ppt/presProps.xml" Id="R8c7b269fd5944715" /><Relationship Type="http://schemas.openxmlformats.org/officeDocument/2006/relationships/tableStyles" Target="/ppt/tableStyles.xml" Id="R5f936b46ae234859" /><Relationship Type="http://schemas.openxmlformats.org/officeDocument/2006/relationships/slide" Target="/ppt/slides/slide1.xml" Id="R3c2a1984e69e4cd1" /><Relationship Type="http://schemas.openxmlformats.org/officeDocument/2006/relationships/slide" Target="/ppt/slides/slide2.xml" Id="R5db3506aa6b44be0" /><Relationship Type="http://schemas.openxmlformats.org/officeDocument/2006/relationships/slide" Target="/ppt/slides/slide3.xml" Id="Rdff649bbd8fc4935" /><Relationship Type="http://schemas.openxmlformats.org/officeDocument/2006/relationships/slide" Target="/ppt/slides/slide4.xml" Id="R9f2934003c9541bf" /><Relationship Type="http://schemas.openxmlformats.org/officeDocument/2006/relationships/slide" Target="/ppt/slides/slide5.xml" Id="Rf34580506b5848cc" /><Relationship Type="http://schemas.openxmlformats.org/officeDocument/2006/relationships/slide" Target="/ppt/slides/slide6.xml" Id="R53cf2a8c16fb4e7b" /><Relationship Type="http://schemas.openxmlformats.org/officeDocument/2006/relationships/slide" Target="/ppt/slides/slide7.xml" Id="R5f87d95035774db9" /><Relationship Type="http://schemas.openxmlformats.org/officeDocument/2006/relationships/slide" Target="/ppt/slides/slide8.xml" Id="R5a44d33d6e7a45f4" /><Relationship Type="http://schemas.openxmlformats.org/officeDocument/2006/relationships/slide" Target="/ppt/slides/slide9.xml" Id="Rd781cb3b63fb48a5" /><Relationship Type="http://schemas.openxmlformats.org/officeDocument/2006/relationships/slide" Target="/ppt/slides/slide10.xml" Id="R06551596b6564829" /><Relationship Type="http://schemas.openxmlformats.org/officeDocument/2006/relationships/slide" Target="/ppt/slides/slide11.xml" Id="R5b60132737184ba3" /><Relationship Type="http://schemas.openxmlformats.org/officeDocument/2006/relationships/slide" Target="/ppt/slides/slide12.xml" Id="R6541fd5c798a4a54" /><Relationship Type="http://schemas.openxmlformats.org/officeDocument/2006/relationships/slide" Target="/ppt/slides/slide13.xml" Id="R0af2143e96574d44" /><Relationship Type="http://schemas.openxmlformats.org/officeDocument/2006/relationships/slide" Target="/ppt/slides/slide14.xml" Id="Reabdeaeefcd24f23" /><Relationship Type="http://schemas.openxmlformats.org/officeDocument/2006/relationships/slide" Target="/ppt/slides/slide15.xml" Id="R0bd1d847e8c64027" /><Relationship Type="http://schemas.openxmlformats.org/officeDocument/2006/relationships/slide" Target="/ppt/slides/slide16.xml" Id="Recb6eff5312a454c" /><Relationship Type="http://schemas.openxmlformats.org/officeDocument/2006/relationships/slide" Target="/ppt/slides/slide17.xml" Id="Ra3959867e2684745" /><Relationship Type="http://schemas.openxmlformats.org/officeDocument/2006/relationships/slide" Target="/ppt/slides/slide18.xml" Id="Rec9dbd45ea70458f" /><Relationship Type="http://schemas.openxmlformats.org/officeDocument/2006/relationships/slide" Target="/ppt/slides/slide19.xml" Id="R6fbfcecdedce4aeb" /><Relationship Type="http://schemas.openxmlformats.org/officeDocument/2006/relationships/slide" Target="/ppt/slides/slide20.xml" Id="R2978282a319040d7" /><Relationship Type="http://schemas.openxmlformats.org/officeDocument/2006/relationships/slide" Target="/ppt/slides/slide21.xml" Id="Rd35efcbc966c491f" /><Relationship Type="http://schemas.openxmlformats.org/officeDocument/2006/relationships/slide" Target="/ppt/slides/slide22.xml" Id="R4f18925249084e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b01f49c213ae49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c9b60497db4fd7" /><Relationship Type="http://schemas.openxmlformats.org/officeDocument/2006/relationships/notesMaster" Target="/ppt/notesMasters/notesMaster1.xml" Id="Rbdd07e374b2c43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649d72e27a4130" /><Relationship Type="http://schemas.openxmlformats.org/officeDocument/2006/relationships/notesMaster" Target="/ppt/notesMasters/notesMaster1.xml" Id="R67abd1f43ee44a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9266033d014321" /><Relationship Type="http://schemas.openxmlformats.org/officeDocument/2006/relationships/notesMaster" Target="/ppt/notesMasters/notesMaster1.xml" Id="Rec43009dcf2848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b3e34cb6c24ce0" /><Relationship Type="http://schemas.openxmlformats.org/officeDocument/2006/relationships/notesMaster" Target="/ppt/notesMasters/notesMaster1.xml" Id="Rcf6a6d5cc8194b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f11ae173c5426c" /><Relationship Type="http://schemas.openxmlformats.org/officeDocument/2006/relationships/notesMaster" Target="/ppt/notesMasters/notesMaster1.xml" Id="R58f383a3aa1843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e15043433d4a7e" /><Relationship Type="http://schemas.openxmlformats.org/officeDocument/2006/relationships/notesMaster" Target="/ppt/notesMasters/notesMaster1.xml" Id="Re6881472dd234c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5ef673da54468e" /><Relationship Type="http://schemas.openxmlformats.org/officeDocument/2006/relationships/notesMaster" Target="/ppt/notesMasters/notesMaster1.xml" Id="R0e805ad4fbf643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ed2a509e5a48d8" /><Relationship Type="http://schemas.openxmlformats.org/officeDocument/2006/relationships/notesMaster" Target="/ppt/notesMasters/notesMaster1.xml" Id="Rf2edfefe936a4e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58c6949a054a1f" /><Relationship Type="http://schemas.openxmlformats.org/officeDocument/2006/relationships/notesMaster" Target="/ppt/notesMasters/notesMaster1.xml" Id="R6507cf868b0b4f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f7caf3db444573" /><Relationship Type="http://schemas.openxmlformats.org/officeDocument/2006/relationships/notesMaster" Target="/ppt/notesMasters/notesMaster1.xml" Id="R37462094353d4a4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2d64a3c3d64ec1" /><Relationship Type="http://schemas.openxmlformats.org/officeDocument/2006/relationships/notesMaster" Target="/ppt/notesMasters/notesMaster1.xml" Id="R48c9b809f3ad47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7dfa6ac8260495e" /><Relationship Type="http://schemas.openxmlformats.org/officeDocument/2006/relationships/notesMaster" Target="/ppt/notesMasters/notesMaster1.xml" Id="R30aa6d49f6e4403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1a7a9a614464d0f" /><Relationship Type="http://schemas.openxmlformats.org/officeDocument/2006/relationships/notesMaster" Target="/ppt/notesMasters/notesMaster1.xml" Id="Rfe61b9a2bcb0445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50af239f20d40ca" /><Relationship Type="http://schemas.openxmlformats.org/officeDocument/2006/relationships/notesMaster" Target="/ppt/notesMasters/notesMaster1.xml" Id="R3699b7d6506e4aa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665e79fc19b41b7" /><Relationship Type="http://schemas.openxmlformats.org/officeDocument/2006/relationships/notesMaster" Target="/ppt/notesMasters/notesMaster1.xml" Id="R894d859e10e743e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5a847bfe71b45af" /><Relationship Type="http://schemas.openxmlformats.org/officeDocument/2006/relationships/notesMaster" Target="/ppt/notesMasters/notesMaster1.xml" Id="Rc03624440f2546d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fe50948a0014867" /><Relationship Type="http://schemas.openxmlformats.org/officeDocument/2006/relationships/notesMaster" Target="/ppt/notesMasters/notesMaster1.xml" Id="R70dc7c1246904eb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9d46ac8127e423a" /><Relationship Type="http://schemas.openxmlformats.org/officeDocument/2006/relationships/notesMaster" Target="/ppt/notesMasters/notesMaster1.xml" Id="Rb77ad3afea96442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1ba8f95cc174392" /><Relationship Type="http://schemas.openxmlformats.org/officeDocument/2006/relationships/notesMaster" Target="/ppt/notesMasters/notesMaster1.xml" Id="Rde19924bca72453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a15f01e76b646f6" /><Relationship Type="http://schemas.openxmlformats.org/officeDocument/2006/relationships/notesMaster" Target="/ppt/notesMasters/notesMaster1.xml" Id="R21c121a16462484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f4b6882ca804b4e" /><Relationship Type="http://schemas.openxmlformats.org/officeDocument/2006/relationships/notesMaster" Target="/ppt/notesMasters/notesMaster1.xml" Id="R94c0cb802b75473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5acda02c98a4c2c" /><Relationship Type="http://schemas.openxmlformats.org/officeDocument/2006/relationships/notesMaster" Target="/ppt/notesMasters/notesMaster1.xml" Id="Rc8446e2922df4f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à aula 0 do dbt Moderno na Prática. Hoje vamos trabalhar o tema “Prepare seu laboratório dbt no Codespaces”. Rota recomendada no navegador; instalação local continua disponível.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01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“Um ambiente padronizado reduz o suporte e deixa a aula começar pelo dbt — não pela instalação.”.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Um ambiente padronizado reduz o suporte e deixa a aula começar pelo dbt — não pela instalação.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criar um Codespace 2-core, Validar o setup automático e Fechar o checkpoint 01.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“SQL básico basta para começar”.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Terminal, Git, Python e dbt entram passo a passo. Para tornar isso concreto, observe SELECT, JOIN, GROUP BY, SUM e COUNT, Nenhuma experiência prévia com dbt e Comandos completos em todas as aulas.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“Codespaces é a rota recomendada”.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Code → Codespaces → Create codespace on main abre o laboratório no navegador. Para tornar isso concreto, observe conta pessoal GitHub, Sem instalar Python ou Git e Mesmo ambiente para todos.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“Codespaces é a rota recomendada”.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Code → Codespaces → Create codespace on main abre o laboratório no navegador. Siga a composição na ordem mostrada e conecte os elementos principais. A imagem ou o fluxo não cria uma regra nova; ele torna visível a relação que acabamos de explicar. A figura é identificada como captura sanitizada do GitHub.com — 2026-09-01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“2-core preserva a franquia gratuita”.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https://github.com/AnselmoBorges/dbt-moderno-na-pratica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GitHub Free inclui 120 core-hours e 15 GB-mês; em 2-core, são cerca de 60 horas ativas. Para tornar isso concreto, observe branch main, Dev container do curso, Máquina 2-core e Pare o ambiente ao terminar.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“2-core preserva a franquia gratuita”.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GitHub Free inclui 120 core-hours e 15 GB-mês; em 2-core, são cerca de 60 horas ativas. Siga a composição na ordem mostrada e conecte os elementos principais. A imagem ou o fluxo não cria uma regra nova; ele torna visível a relação que acabamos de explicar. A figura é identificada como captura sanitizada do GitHub.com — 2026-09-01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repositório restaura o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https://github.com/codespaces/new?hide_repo_select=true&amp;ref=main&amp;repo=1354054687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Setup instala uma vez; a reabertura restaura PATH, profile e caminhos detectados. Para tornar isso concreto, observe python 3.12 fixado, dbt Core 1.12.3, DuckDB 1.5.5 e Sem ativação manual.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repositório restaura o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Setup instala uma vez; a reabertura restaura PATH, profile e caminhos detectados. Siga a composição na ordem mostrada e conecte create, setup, paths e checkpoint.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“Parar evita consumo de processamento”.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Stop codespace interrompe core-hours; armazenamento continua até excluir o ambiente. Para tornar isso concreto, observe pare ao terminar cada aula, Reabra o mesmo ambiente e Exclua quando não precisar dos arquivos.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“Parar evita consumo de processamento”.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Stop codespace interrompe core-hours; armazenamento continua até excluir o ambiente. Siga a composição na ordem mostrada e conecte os elementos principais. A imagem ou o fluxo não cria uma regra nova; ele torna visível a relação que acabamos de explicar. A figura é identificada como gitHub Docs — CC BY 4.0 — commit 484d28e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“Explore a cópia do banco no navegador”.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https://github.com/github/docs/blob/484d28e95db7c592c368da359ff1a9fecb08a08a/assets/images/help/codespaces/stop-codespace-webui.png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explorador autoral abre na porta privada 4213 sem modificar o banco usado pelo dbt. Para tornar isso concreto, observe snapshot somente leitura, Mantenha o terminal aberto e Ctrl+C encerra e permite atualizar.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“Explore a cópia do banco no navegador”.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explorador autoral abre na porta privada 4213 sem modificar o banco usado pelo dbt. Siga a composição na ordem mostrada e conecte dbt build, snapshot, explorador e navegador.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paths, depois python course.py checkpoint 01, depois python course.py data-ui.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dbt e DuckDB do ambiente isolado, Seeds e artifacts executados e Explorador na porta privada 4213.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Checkpoint 01 OK + exploração gráfica opcional. Esse resultado confirma que a etapa executada produziu a evidência esperada para o checkpoint 01.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ambiente versionado, FinOps: 2-core + stop e IA: nenhuma chave necessária.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“46 recursos”.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46 recursos: baseline dbt validado localmente. O número ajuda a dimensionar o exemplo, mas precisa ser lido com a ressalva correta. Resultado do laboratório, não benchmark de produção.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codespaces exige internet e conta pessoal GitHub, Franquias e cobrança podem mudar, Explorador autoral é propositalmente simples e Instalação local permanece disponível.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Core 2.0 e Fusion ficam apenas no Radar; a aula executa Core 1.12 estável.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Abra o Codespace em 2-core, confira paths, execute checkpoint 01, explore a cópia e pare ao terminar.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da aula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https://github.com/duckdb/duckdb-ui/issues/22</a:t>
            </a:r>
          </a:p>
          <a:p xmlns:a="http://schemas.openxmlformats.org/drawingml/2006/main">
            <a:r>
              <a:t>- https://github.com/duckdb/duckdb-ui/issues/186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73a94efe594de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f1256696a5d436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c96b94a6f2e48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cf97fa76474433" /><Relationship Type="http://schemas.openxmlformats.org/officeDocument/2006/relationships/slideLayout" Target="/ppt/slideLayouts/slideLayout1.xml" Id="Rbe31f678083e48e6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f03fb30b3f584e8d" /><Relationship Type="http://schemas.openxmlformats.org/officeDocument/2006/relationships/slideLayout" Target="/ppt/slideLayouts/slideLayout2.xml" Id="Rac967ed00d014eeb" /><Relationship Type="http://schemas.openxmlformats.org/officeDocument/2006/relationships/slideLayout" Target="/ppt/slideLayouts/slideLayout3.xml" Id="Rbbddfa610bf84a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31f678083e48e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ac967ed00d014eeb"/>
    <p:sldLayoutId xmlns:r="http://schemas.openxmlformats.org/officeDocument/2006/relationships" id="2147483652" r:id="Rbbddfa610bf84a82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820aef13aa4f06" /><Relationship Type="http://schemas.openxmlformats.org/officeDocument/2006/relationships/image" Target="/ppt/media/image.jpeg" Id="Rb04b180086ee4286" /><Relationship Type="http://schemas.openxmlformats.org/officeDocument/2006/relationships/notesSlide" Target="/ppt/notesSlides/notesSlide1.xml" Id="R0bab5017dc9b45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f19b2495554a8f" /><Relationship Type="http://schemas.openxmlformats.org/officeDocument/2006/relationships/image" Target="/ppt/media/image.png" Id="Rad2fba1d29bb49b4" /><Relationship Type="http://schemas.openxmlformats.org/officeDocument/2006/relationships/notesSlide" Target="/ppt/notesSlides/notesSlide2.xml" Id="R6dcf938ed0e647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729d95caed4a7d" /><Relationship Type="http://schemas.openxmlformats.org/officeDocument/2006/relationships/notesSlide" Target="/ppt/notesSlides/notesSlide3.xml" Id="R2e3d3181334845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575fb2fb1a4287" /><Relationship Type="http://schemas.openxmlformats.org/officeDocument/2006/relationships/notesSlide" Target="/ppt/notesSlides/notesSlide4.xml" Id="Rc6a16298835042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89295227fc445b5" /><Relationship Type="http://schemas.openxmlformats.org/officeDocument/2006/relationships/notesSlide" Target="/ppt/notesSlides/notesSlide5.xml" Id="R8849f50af51040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626352e1a04135" /><Relationship Type="http://schemas.openxmlformats.org/officeDocument/2006/relationships/image" Target="/ppt/media/image2.png" Id="R00b51b5630de48c2" /><Relationship Type="http://schemas.openxmlformats.org/officeDocument/2006/relationships/notesSlide" Target="/ppt/notesSlides/notesSlide6.xml" Id="Re15a599a932444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b08bb82e814291" /><Relationship Type="http://schemas.openxmlformats.org/officeDocument/2006/relationships/notesSlide" Target="/ppt/notesSlides/notesSlide7.xml" Id="R33dd29442a8c40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be6b4cbf3d24906" /><Relationship Type="http://schemas.openxmlformats.org/officeDocument/2006/relationships/image" Target="/ppt/media/image3.png" Id="R1161e5fcb8ef47ba" /><Relationship Type="http://schemas.openxmlformats.org/officeDocument/2006/relationships/notesSlide" Target="/ppt/notesSlides/notesSlide8.xml" Id="Rc5bea840a8cf4d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a325561b5bc4e58" /><Relationship Type="http://schemas.openxmlformats.org/officeDocument/2006/relationships/notesSlide" Target="/ppt/notesSlides/notesSlide9.xml" Id="R0a64b651efd5438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508d7554cb4402" /><Relationship Type="http://schemas.openxmlformats.org/officeDocument/2006/relationships/notesSlide" Target="/ppt/notesSlides/notesSlide10.xml" Id="R5fcdbd1cf29a47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cba05f8b154e1c" /><Relationship Type="http://schemas.openxmlformats.org/officeDocument/2006/relationships/notesSlide" Target="/ppt/notesSlides/notesSlide11.xml" Id="Rd4e23cdaba074b8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74b117b916e4ac0" /><Relationship Type="http://schemas.openxmlformats.org/officeDocument/2006/relationships/image" Target="/ppt/media/image4.png" Id="Ra0c2a2639c71482d" /><Relationship Type="http://schemas.openxmlformats.org/officeDocument/2006/relationships/notesSlide" Target="/ppt/notesSlides/notesSlide12.xml" Id="Ra94dfd00f9ee4a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84a91b42db24d9a" /><Relationship Type="http://schemas.openxmlformats.org/officeDocument/2006/relationships/notesSlide" Target="/ppt/notesSlides/notesSlide13.xml" Id="Rcc8ed69fddb34e0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0d21b1981a4b7d" /><Relationship Type="http://schemas.openxmlformats.org/officeDocument/2006/relationships/notesSlide" Target="/ppt/notesSlides/notesSlide14.xml" Id="R51f12297ee744f6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e0c441d9974198" /><Relationship Type="http://schemas.openxmlformats.org/officeDocument/2006/relationships/notesSlide" Target="/ppt/notesSlides/notesSlide15.xml" Id="R8ed4d9530148437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da43156ad94e10" /><Relationship Type="http://schemas.openxmlformats.org/officeDocument/2006/relationships/notesSlide" Target="/ppt/notesSlides/notesSlide16.xml" Id="R76e007d4541145c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759fb64d7b426b" /><Relationship Type="http://schemas.openxmlformats.org/officeDocument/2006/relationships/notesSlide" Target="/ppt/notesSlides/notesSlide17.xml" Id="Re3f98f3e7a5e4ef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170ebf901b5460c" /><Relationship Type="http://schemas.openxmlformats.org/officeDocument/2006/relationships/notesSlide" Target="/ppt/notesSlides/notesSlide18.xml" Id="R51b4924cc635466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e9383250ac4471" /><Relationship Type="http://schemas.openxmlformats.org/officeDocument/2006/relationships/notesSlide" Target="/ppt/notesSlides/notesSlide19.xml" Id="R7e233fdff563499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a96f20bc47942b3" /><Relationship Type="http://schemas.openxmlformats.org/officeDocument/2006/relationships/notesSlide" Target="/ppt/notesSlides/notesSlide20.xml" Id="R8812fde272f14a4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e3eb7b500444f9" /><Relationship Type="http://schemas.openxmlformats.org/officeDocument/2006/relationships/notesSlide" Target="/ppt/notesSlides/notesSlide21.xml" Id="Re23514d0a6ed426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2291e2f63444d3f" /><Relationship Type="http://schemas.openxmlformats.org/officeDocument/2006/relationships/notesSlide" Target="/ppt/notesSlides/notesSlide22.xml" Id="Rff12d469d2c54ec4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AULA 0 — Prepare seu laboratório dbt no Codespaces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4b180086ee4286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1F10E179-8642-4532-8E7A-77C588F2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C23C3CBB-AE51-4DAC-A25B-63AC86DF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D0257A40-266E-497F-9C68-1B49486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AULA 0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4545C1A-6F6F-46F9-93C4-41029752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Prepare seu laboratório dbt no Codespaces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8EE36CE-4FA0-4449-8CC8-EB39AC99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Rota recomendada no navegador; instalação local continua disponível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1FDC005-E3D0-4CA4-8C89-1DD3B944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334CF948-CED9-40A5-AB05-229B25C3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01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7287423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B70FCB23-2D7C-437F-B46A-08CEBB8F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Um ambiente padronizado reduz o suporte e deixa a aula começar pelo dbt — não pela instalação.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8FAFF7F0-2412-4836-9B01-81DBB533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877902FA-27E1-4C37-B7CB-B0D9B314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2296B81B-0488-4E30-B52C-2D922401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Um ambiente padronizado reduz o suporte e deixa a aula começar pelo dbt — não pela instalaçã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fba1d29bb49b4"/>
          <a:stretch xmlns:a="http://schemas.openxmlformats.org/drawingml/2006/main"/>
        </p:blipFill>
        <p:spPr>
          <a:xfrm xmlns:a="http://schemas.openxmlformats.org/drawingml/2006/main">
            <a:off x="990600" y="4135697"/>
            <a:ext cx="10210800" cy="872607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20406D80-B0CF-4330-8F2C-95494B23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A1A19AD-6AF3-4B54-8B20-3D382C25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1FBC5E0-DBD7-477E-99E5-031BD7E4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4E6F5C9-35F4-4A7D-A4B0-11A9AC02D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2/22</a:t>
            </a:r>
          </a:p>
        </p:txBody>
      </p:sp>
    </p:spTree>
    <p:extLst>
      <p:ext uri="{BB962C8B-B14F-4D97-AF65-F5344CB8AC3E}">
        <p14:creationId xmlns:p14="http://schemas.microsoft.com/office/powerpoint/2010/main" val="385085420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2C0579-1E98-4C90-BCFB-6C3F54D7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1AC44FDE-2C3B-439E-B7EE-E99293B4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08177A3F-31EF-4316-AA24-376D5FC0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Criar um Codespace 2-core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1A6FA15D-F01B-4D6C-B21C-262F2CE9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A3272464-EF63-4672-BC55-64571DC4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88BA5706-AFAD-4529-861E-96B7DFD1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Validar o setup automático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D14A4A14-3655-4750-964F-759791C7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9E1678A-4031-4020-9FED-812799C9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E30163AF-5304-4B1E-924A-FAF58464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Fechar o checkpoint 01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7AD93945-361F-44CE-AF86-F8E31F9D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0518D40-AE6D-4038-A534-28CE0120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DFD36C23-30B4-4932-BB50-EFC7E990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D9802CB-5411-4306-8AC7-73472999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3/22</a:t>
            </a:r>
          </a:p>
        </p:txBody>
      </p:sp>
    </p:spTree>
    <p:extLst>
      <p:ext uri="{BB962C8B-B14F-4D97-AF65-F5344CB8AC3E}">
        <p14:creationId xmlns:p14="http://schemas.microsoft.com/office/powerpoint/2010/main" val="1706817199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CF7CF6-6EBF-49E0-ADE9-12C24B22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SQL básico basta para começar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C56E300-DA42-4194-9D5D-09795B84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Terminal, Git, Python e dbt entram passo a passo.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104B7AC4-1820-49E5-9A2E-12891244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SELECT, JOIN, GROUP BY, SUM e COUNT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Nenhuma experiência prévia com dbt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Comandos completos em todas as aulas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D91EB7E-F0C6-413B-B6A5-4E4862F3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FB3E244-3556-4D85-B818-D495B3CC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44386AA-44DE-4EDB-92D3-4D720A0A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710356C0-EE66-4C80-A1E4-72F547C9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3CE5B2B-CF89-4BDB-9721-A3F79348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31C11E22-2B80-47A8-A663-03F2D2B2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7066C9-8303-40EA-AF0E-59669639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4/22</a:t>
            </a:r>
          </a:p>
        </p:txBody>
      </p:sp>
    </p:spTree>
    <p:extLst>
      <p:ext uri="{BB962C8B-B14F-4D97-AF65-F5344CB8AC3E}">
        <p14:creationId xmlns:p14="http://schemas.microsoft.com/office/powerpoint/2010/main" val="10639929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D4F6D8-4B3E-49E8-80B1-8F4029B1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Codespaces é a rota recomendada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408FDA1-1C52-42E5-9DD0-E064F194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Code → Codespaces → Create codespace on main abre o laboratório no navegador.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1C250498-8BBC-4E72-9C5F-DEE3530F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Conta pessoal GitHub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instalar Python ou Git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Mesmo ambiente para todos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28E08BD-28CC-4BC8-9F14-67108CAC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E559AB6-23AE-4544-90CE-ADA17D8D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F19BD2F0-A8B6-4C51-9CB4-241513EE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9C1408B-9D50-4EB4-BD2A-EA886245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3D1EE50-CCC0-4FB9-BF48-4AE44F40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C80ACCE-3A32-4B8A-BB0A-10858B31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F13160E-F9E6-4D86-9C69-AD933FD6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5/22</a:t>
            </a:r>
          </a:p>
        </p:txBody>
      </p:sp>
    </p:spTree>
    <p:extLst>
      <p:ext uri="{BB962C8B-B14F-4D97-AF65-F5344CB8AC3E}">
        <p14:creationId xmlns:p14="http://schemas.microsoft.com/office/powerpoint/2010/main" val="2043973957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4E39BB-5F40-4A19-AFFC-957BD4CD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Codespaces é a rota recomendada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32F768F0-579D-4D55-80E5-FA7A5A08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Code → Codespaces → Create codespace on main abre o laboratório no navegador.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C23E5211-B61B-473B-B323-350ADFC3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Codespaces é a rota recomendada — Code → Codespaces → Create codespace on main abre o laboratório no navegador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51b5630de48c2"/>
          <a:stretch xmlns:a="http://schemas.openxmlformats.org/drawingml/2006/main"/>
        </p:blipFill>
        <p:spPr>
          <a:xfrm xmlns:a="http://schemas.openxmlformats.org/drawingml/2006/main">
            <a:off x="6464152" y="1809750"/>
            <a:ext cx="3721395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A2B5984E-D667-4214-B0B0-A1EABCB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Captura sanitizada do GitHub.com — 2026-09-01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A29F5DA5-66BA-44CD-AC19-31510806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5D0AB36-53BC-4533-9911-2F82471E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1816DBE-5F3B-4987-8BF8-4E9DACA2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0BC533-7286-40FA-9A73-EB9AB40E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6/22</a:t>
            </a:r>
          </a:p>
        </p:txBody>
      </p:sp>
    </p:spTree>
    <p:extLst>
      <p:ext uri="{BB962C8B-B14F-4D97-AF65-F5344CB8AC3E}">
        <p14:creationId xmlns:p14="http://schemas.microsoft.com/office/powerpoint/2010/main" val="1524364088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596FD48-1DC8-465F-A2C7-C80E12BA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2-core preserva a franquia gratuita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0A2F2E4-DDCE-4B87-AFA9-100C22FA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GitHub Free inclui 120 core-hours e 15 GB-mês; em 2-core, são cerca de 60 horas ativas.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2F0054D-B872-4D6F-9FE5-AF5B8672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Branch main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Dev container do curso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Máquina 2-core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Pare o ambiente ao terminar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55CA596-AF89-460E-8422-CFBE1A35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22258744-27E3-4A8F-BCE9-AADDB779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5266A81-A4C9-4EBB-920A-A44888DBD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815CCA0E-5D44-4992-BF96-094FC0F9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0014A9D-95D4-4D10-92A0-26D693C8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A503593-72D0-4F54-8203-8432F717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3A1C053-F2AA-4F58-AEF5-177AD0BA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7/22</a:t>
            </a:r>
          </a:p>
        </p:txBody>
      </p:sp>
    </p:spTree>
    <p:extLst>
      <p:ext uri="{BB962C8B-B14F-4D97-AF65-F5344CB8AC3E}">
        <p14:creationId xmlns:p14="http://schemas.microsoft.com/office/powerpoint/2010/main" val="12379581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92B470-F607-4715-B1BC-BAF1E8F0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2-core preserva a franquia gratuita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6CA41905-901E-48D5-BA33-421B2C4C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GitHub Free inclui 120 core-hours e 15 GB-mês; em 2-core, são cerca de 60 horas ativas.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5A89A0D0-2671-4A8B-8E1B-9D9403A6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5" name="" descr="Figura oficial da documentação dbt usada para explicar: 2-core preserva a franquia gratuita — GitHub Free inclui 120 core-hours e 15 GB-mês; em 2-core, são cerca de 60 horas ativa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61e5fcb8ef47ba"/>
          <a:stretch xmlns:a="http://schemas.openxmlformats.org/drawingml/2006/main"/>
        </p:blipFill>
        <p:spPr>
          <a:xfrm xmlns:a="http://schemas.openxmlformats.org/drawingml/2006/main">
            <a:off x="5429250" y="2148056"/>
            <a:ext cx="5791200" cy="2657139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926142FD-DAEE-4548-BC10-76AD24F6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Captura sanitizada do GitHub.com — 2026-09-01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6D154E49-7C01-4855-9400-C4121E4E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59C49EA-20EE-443D-869A-FC1B274F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E8CFEBE-D0DD-445E-96E9-B355E4EE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0660817-3CCB-4189-B3D7-78F2E044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8/22</a:t>
            </a:r>
          </a:p>
        </p:txBody>
      </p:sp>
    </p:spTree>
    <p:extLst>
      <p:ext uri="{BB962C8B-B14F-4D97-AF65-F5344CB8AC3E}">
        <p14:creationId xmlns:p14="http://schemas.microsoft.com/office/powerpoint/2010/main" val="20372430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B94858-A4FB-4F30-99F9-2A91526E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repositório restaura o ambiente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73D2599-B4D1-492F-B6EB-9F2A934A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Setup instala uma vez; a reabertura restaura PATH, profile e caminhos detectados.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BEC3DD2-4027-43F4-B3B2-D413D6CD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Python 3.12 fixado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dbt Core 1.12.3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DuckDB 1.5.5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ativação manual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AABF5DC-5271-4C29-95F3-A7C35205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CBA7B29-113F-436A-B05B-37E86ABD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A2909C2-B916-412B-8DD5-D0F41AA7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FB073049-879B-4211-BABD-059C6A8D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3AC037C-D6CF-4294-87BC-AA5EA47E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0156CBF-ACED-4AD1-A72E-252093C6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D339325-6B17-43CC-88C4-DFD79CA8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9/22</a:t>
            </a:r>
          </a:p>
        </p:txBody>
      </p:sp>
    </p:spTree>
    <p:extLst>
      <p:ext uri="{BB962C8B-B14F-4D97-AF65-F5344CB8AC3E}">
        <p14:creationId xmlns:p14="http://schemas.microsoft.com/office/powerpoint/2010/main" val="899343370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AF3565-ECBE-4507-8D95-09B627A9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repositório restaura o ambiente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650E45D0-2535-48AB-8B61-64037AAE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Create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BB89D3E9-705D-49D2-9F35-6DAFE2DF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setup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443C644E-B1F3-4E2B-A4B7-3763FA9B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paths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12E8E81E-25FD-4E52-829A-FCB533C4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checkpoint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6C92AC3D-0576-4CE6-9505-DC183373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2284FAF-428A-4E6E-86E2-2734E7B3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32FF3982-AD5F-4D62-9480-1E7F1DBC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7589462-DC05-4F4B-A96E-251200DDA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10/22</a:t>
            </a:r>
          </a:p>
        </p:txBody>
      </p:sp>
    </p:spTree>
    <p:extLst>
      <p:ext uri="{BB962C8B-B14F-4D97-AF65-F5344CB8AC3E}">
        <p14:creationId xmlns:p14="http://schemas.microsoft.com/office/powerpoint/2010/main" val="668520150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7F5891-6091-40EC-9F34-7FADD7F6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Parar evita consumo de processamento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9150576-64D0-4A4E-BF44-F8787D79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Stop codespace interrompe core-hours; armazenamento continua até excluir o ambiente.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DB95657-74E8-4C04-8A0C-7406D852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Pare ao terminar cada aula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Reabra o mesmo ambiente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Exclua quando não precisar dos arquivos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9CF9BBD-CA25-4398-96B6-E251F697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808D0AC-A201-44B6-B070-85CB7950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1002141-D6B6-40F6-8411-C4D21E6E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9D9D516-CBDC-40C2-9047-5090D618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059D49C-2F7B-4ACE-961D-BCABFABB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A7A4830-D7CD-4320-8777-E2E950A7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6450CB-6F20-43BA-90A6-EE377BAC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11/22</a:t>
            </a:r>
          </a:p>
        </p:txBody>
      </p:sp>
    </p:spTree>
    <p:extLst>
      <p:ext uri="{BB962C8B-B14F-4D97-AF65-F5344CB8AC3E}">
        <p14:creationId xmlns:p14="http://schemas.microsoft.com/office/powerpoint/2010/main" val="210396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431F9E-0AF6-4148-8A8B-97664B81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Parar evita consumo de processamento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6D94BD8B-BB6D-4AF4-9D6E-777DFC56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Stop codespace interrompe core-hours; armazenamento continua até excluir o ambiente.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BDBB2774-B96E-489A-B138-4D8AEF5C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5" name="" descr="Figura oficial da documentação dbt usada para explicar: Parar evita consumo de processamento — Stop codespace interrompe core-hours; armazenamento continua até excluir o ambi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c2a2639c71482d"/>
          <a:stretch xmlns:a="http://schemas.openxmlformats.org/drawingml/2006/main"/>
        </p:blipFill>
        <p:spPr>
          <a:xfrm xmlns:a="http://schemas.openxmlformats.org/drawingml/2006/main">
            <a:off x="5429250" y="2370007"/>
            <a:ext cx="5791200" cy="2213235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66E264F3-AD59-4638-B762-07E7CA2C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GitHub Docs — CC BY 4.0 — commit 484d28e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F0DFCB9B-EA56-473E-839E-937F1574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A4A5D13-F159-4C2E-95E6-91D3A6B9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00B2B23-B70E-4549-B3D9-07FEE2AC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F33D102-FA67-45AA-9C6E-12F79B10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12/22</a:t>
            </a:r>
          </a:p>
        </p:txBody>
      </p:sp>
    </p:spTree>
    <p:extLst>
      <p:ext uri="{BB962C8B-B14F-4D97-AF65-F5344CB8AC3E}">
        <p14:creationId xmlns:p14="http://schemas.microsoft.com/office/powerpoint/2010/main" val="2809365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F7C8BC-4229-426F-BF28-4528E6B7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Explore a cópia do banco no navegador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4867803-8CB2-49C4-A442-F1D7193A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explorador autoral abre na porta privada 4213 sem modificar o banco usado pelo dbt.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28F1F3D1-323B-4C7A-B715-45B19497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Snapshot somente leitura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Mantenha o terminal aberto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Ctrl+C encerra e permite atualizar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660E063-B4CE-4BEC-8205-071F1145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BFE4F80-E3CD-4A98-A16B-63D9B8A4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AD57237-7948-4857-B8BB-CACD3A5B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06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3870D83-9AC2-4E21-802D-199555DC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A6505A3-0516-47CA-883C-AE0651CB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AF776831-6175-46FA-920D-05832958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01CC7F-69E5-42D1-BA30-28DDB608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13/22</a:t>
            </a:r>
          </a:p>
        </p:txBody>
      </p:sp>
    </p:spTree>
    <p:extLst>
      <p:ext uri="{BB962C8B-B14F-4D97-AF65-F5344CB8AC3E}">
        <p14:creationId xmlns:p14="http://schemas.microsoft.com/office/powerpoint/2010/main" val="2115848414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475C0E-C168-444C-B200-4F2FA435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Explore a cópia do banco no navegador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FF382106-DF4C-4B9A-BD73-A56A51D8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dbt build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5BC3C5CF-F1D9-440A-AF63-7B445081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snapshot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67806E6B-10D7-4B34-B08E-2069FDE9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explorador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F1BEA1A4-267B-457A-94F6-7307E414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navegador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CE15A3CD-33D0-4904-81EA-C607C467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CD5A576-0793-42A8-8FCE-C1971B44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7179C047-1101-446B-A8FC-CA3E0645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F90C79-CF4E-4A59-871C-368D6A24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14/22</a:t>
            </a:r>
          </a:p>
        </p:txBody>
      </p:sp>
    </p:spTree>
    <p:extLst>
      <p:ext uri="{BB962C8B-B14F-4D97-AF65-F5344CB8AC3E}">
        <p14:creationId xmlns:p14="http://schemas.microsoft.com/office/powerpoint/2010/main" val="2025010219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67EBE4-EC65-4EBA-949E-8E921CFE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7DB10D8D-A9F5-4B28-B220-2C954C94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9C8D05B5-55B9-4E3C-AB8F-86E67138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paths</a:t>
            </a:r>
          </a:p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01</a:t>
            </a:r>
          </a:p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data-ui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63D83F0E-9AAB-4753-ADAA-41700501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344823D3-72E1-4E82-BE99-128C25E7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955FEA9-A5C4-4CC6-BD22-B31D2358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7CEA63D-7CB2-4063-B2AB-6B19D80E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59428BD-F24B-4281-8C83-141EF8D7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15/22</a:t>
            </a:r>
          </a:p>
        </p:txBody>
      </p:sp>
    </p:spTree>
    <p:extLst>
      <p:ext uri="{BB962C8B-B14F-4D97-AF65-F5344CB8AC3E}">
        <p14:creationId xmlns:p14="http://schemas.microsoft.com/office/powerpoint/2010/main" val="4056079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843C35-D569-4CB9-90B7-C29C591A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90A6C429-4BFE-4B27-A26F-1804B2CF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FA798012-1725-4012-83B2-8F009681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dbt e DuckDB do ambiente isolado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1CF2E536-F121-44CD-83E6-7DE6461B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52EAA22D-F48A-463C-887B-08B90D0F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8FDF7C65-6790-4EFF-9661-041B7DEA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Seeds e artifacts executados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F4421E3-2BD1-44C4-AE20-5F717F56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30825D0-8885-4A79-B447-5023E62B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356B20F-E4B8-4D4C-AE7E-891969EA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Explorador na porta privada 4213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138560DD-CFF9-4D71-A1BE-02F3AF53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24219FB-F1AC-4749-9362-5C8E20F5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88E32CD3-AB81-4EF0-B5BD-C019AFE8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83389F-6692-4558-9612-C56DB58D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16/22</a:t>
            </a:r>
          </a:p>
        </p:txBody>
      </p:sp>
    </p:spTree>
    <p:extLst>
      <p:ext uri="{BB962C8B-B14F-4D97-AF65-F5344CB8AC3E}">
        <p14:creationId xmlns:p14="http://schemas.microsoft.com/office/powerpoint/2010/main" val="146795321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403A1FC7-D8E2-4C90-9540-580BB6E0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E298D3F6-4809-45E9-9931-B032CA78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Checkpoint 01 OK + exploração gráfica opcional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864849BD-5F92-4E5F-8AAF-426B1EC1E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01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0DFDAD0-013B-41BD-B06B-84E13A73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8D44A81-C932-4FED-9604-4EE0EFF4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890A43BE-4F44-4C86-A935-38FCC4FB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4D2D0B6-2D1A-4077-830D-11505229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4E100F60-5B1E-4B0E-B1AB-CC2B4C34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C1FF16-04B0-4C9D-8077-DF3403F7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17/22</a:t>
            </a:r>
          </a:p>
        </p:txBody>
      </p:sp>
    </p:spTree>
    <p:extLst>
      <p:ext uri="{BB962C8B-B14F-4D97-AF65-F5344CB8AC3E}">
        <p14:creationId xmlns:p14="http://schemas.microsoft.com/office/powerpoint/2010/main" val="53631583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69B0B0-A81A-440F-8524-1B382870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EC8AC712-194A-466C-B7CA-5861396E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B7334BF4-E835-40D8-9856-F74C3136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ambiente versionado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A45B2840-DEAA-48D0-BA1B-979CBA5A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D806B761-7FCB-456F-B077-4C7BA4E8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86E13AB6-AED1-4A5F-9ACE-9363254F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2-core + stop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E6107F06-7807-4A95-8008-FE8A9BE7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92DF8EED-428B-4339-9176-8F07F574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63D1D4D7-448A-42A8-A950-DD163784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nenhuma chave necessária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598A71D1-F5F5-4EAE-88EF-C2D25135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8776562-326E-4B33-A729-269D7080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10748663-6A20-4882-9A14-C4D247ED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8957D0-D18E-4222-87ED-FA062E55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18/22</a:t>
            </a:r>
          </a:p>
        </p:txBody>
      </p:sp>
    </p:spTree>
    <p:extLst>
      <p:ext uri="{BB962C8B-B14F-4D97-AF65-F5344CB8AC3E}">
        <p14:creationId xmlns:p14="http://schemas.microsoft.com/office/powerpoint/2010/main" val="1437273733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55E2A2E2-EA77-46C8-81E7-3920A744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46 recursos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18FF6D1A-3C41-4803-B58A-CA6EF38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baseline dbt validado localmente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CB2E090D-C138-492B-9A8F-FF0A2B49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21238ED0-2C75-45D2-A26C-F5F331A5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do laboratório, não benchmark de produção.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7AF12EBC-8346-4C41-B2E6-1CAE03F7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45E5D9E-000F-4CDF-AB7F-4D463FEC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0E4FB91-75FA-4A97-8426-DB6C675A9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19082C8-E2E8-4575-8E8F-08FD4080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19/22</a:t>
            </a:r>
          </a:p>
        </p:txBody>
      </p:sp>
    </p:spTree>
    <p:extLst>
      <p:ext uri="{BB962C8B-B14F-4D97-AF65-F5344CB8AC3E}">
        <p14:creationId xmlns:p14="http://schemas.microsoft.com/office/powerpoint/2010/main" val="15573020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32C0AB-D64A-4449-B29B-D749FC61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EE09A95C-4B12-4169-8330-672E8B3A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Codespaces exige internet e conta pessoal GitHub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Franquias e cobrança podem mudar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Explorador autoral é propositalmente simples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Instalação local permanece disponível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3023EBFC-2847-4AE2-81FD-DD044F76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23372B5-C159-4D9F-9EDA-A24DB335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4B6C852B-D5DB-48BB-825B-D435BD1A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A39CD0-FB97-4FC9-8C2B-35001AD6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20/22</a:t>
            </a:r>
          </a:p>
        </p:txBody>
      </p:sp>
    </p:spTree>
    <p:extLst>
      <p:ext uri="{BB962C8B-B14F-4D97-AF65-F5344CB8AC3E}">
        <p14:creationId xmlns:p14="http://schemas.microsoft.com/office/powerpoint/2010/main" val="433528353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241C1738-9F83-45EA-A6F4-E5411D9A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E4A4F3FD-C30B-4593-965B-38080B17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Core 2.0 e Fusion ficam apenas no Radar; a aula executa Core 1.12 estável.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52D08C92-4889-458E-853E-215A12F4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3604B8A-A0CE-4426-A87B-80C030B2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90B97B9-90BF-4F15-A0D0-FDE527DF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EE13430-E8B2-4633-A564-CB5C6FE2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47DE7D2-85A1-471D-B159-227383E7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B787194-C958-49D2-9D0D-64AC6548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60FBCC-B44C-4877-8744-2B01406C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21/22</a:t>
            </a:r>
          </a:p>
        </p:txBody>
      </p:sp>
    </p:spTree>
    <p:extLst>
      <p:ext uri="{BB962C8B-B14F-4D97-AF65-F5344CB8AC3E}">
        <p14:creationId xmlns:p14="http://schemas.microsoft.com/office/powerpoint/2010/main" val="202528729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AE4C58D2-9CB8-4A12-9E71-EBC32145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45BADF0D-AC15-4466-9AEA-616F4080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Abra o Codespace em 2-core, confira paths, execute checkpoint 01, explore a cópia e pare ao terminar.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F0A32E78-759B-4DD2-B111-2F9AC73E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01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A2766C84-B2BA-4D81-A9D8-FFE6B656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F8FB0BE-A3F6-47C6-AED2-6F290414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FB49C426-7502-4F76-AF6F-457334F2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3383D34-D8EA-4B4B-9782-AD4596C1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22/22</a:t>
            </a:r>
          </a:p>
        </p:txBody>
      </p:sp>
    </p:spTree>
    <p:extLst>
      <p:ext uri="{BB962C8B-B14F-4D97-AF65-F5344CB8AC3E}">
        <p14:creationId xmlns:p14="http://schemas.microsoft.com/office/powerpoint/2010/main" val="3118015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2026-09-02T03:49:42.9470000Z</dcterms:created>
  <dcterms:modified xsi:type="dcterms:W3CDTF">2026-09-02T03:49:42.9470000Z</dcterms:modified>
</coreProperties>
</file>