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aee95cf7b14ade" /><Relationship Type="http://schemas.openxmlformats.org/officeDocument/2006/relationships/extended-properties" Target="/docProps/app.xml" Id="R3773cd92a06d4ccc" /><Relationship Type="http://schemas.openxmlformats.org/officeDocument/2006/relationships/officeDocument" Target="/ppt/presentation.xml" Id="Rbc6f61eed02d4d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0d0328506a493f"/>
    <p:sldMasterId xmlns:r="http://schemas.openxmlformats.org/officeDocument/2006/relationships" id="2147483650" r:id="R682cfe47e38140ab"/>
  </p:sldMasterIdLst>
  <p:notesMasterIdLst>
    <p:notesMasterId xmlns:r="http://schemas.openxmlformats.org/officeDocument/2006/relationships" r:id="R763758e206154c34"/>
  </p:notesMasterIdLst>
  <p:sldIdLst>
    <p:sldId xmlns:r="http://schemas.openxmlformats.org/officeDocument/2006/relationships" id="256" r:id="R3c8df0efa0a54afa"/>
    <p:sldId xmlns:r="http://schemas.openxmlformats.org/officeDocument/2006/relationships" id="257" r:id="R99f70967b6b34ed3"/>
    <p:sldId xmlns:r="http://schemas.openxmlformats.org/officeDocument/2006/relationships" id="258" r:id="Rd4364d26f6304197"/>
    <p:sldId xmlns:r="http://schemas.openxmlformats.org/officeDocument/2006/relationships" id="259" r:id="R0b49011138744999"/>
    <p:sldId xmlns:r="http://schemas.openxmlformats.org/officeDocument/2006/relationships" id="260" r:id="Rb3455e44cab34a2b"/>
    <p:sldId xmlns:r="http://schemas.openxmlformats.org/officeDocument/2006/relationships" id="261" r:id="R6a4991b7cee343ab"/>
    <p:sldId xmlns:r="http://schemas.openxmlformats.org/officeDocument/2006/relationships" id="262" r:id="Rb17f69a0f6984cb1"/>
    <p:sldId xmlns:r="http://schemas.openxmlformats.org/officeDocument/2006/relationships" id="263" r:id="R14fd93f434e44d16"/>
    <p:sldId xmlns:r="http://schemas.openxmlformats.org/officeDocument/2006/relationships" id="264" r:id="R9aa47c8e51f74d84"/>
    <p:sldId xmlns:r="http://schemas.openxmlformats.org/officeDocument/2006/relationships" id="265" r:id="R081dc7a74d0c4775"/>
    <p:sldId xmlns:r="http://schemas.openxmlformats.org/officeDocument/2006/relationships" id="266" r:id="R1f4dcfef1e964790"/>
    <p:sldId xmlns:r="http://schemas.openxmlformats.org/officeDocument/2006/relationships" id="267" r:id="R9e8b7d09ec174526"/>
    <p:sldId xmlns:r="http://schemas.openxmlformats.org/officeDocument/2006/relationships" id="268" r:id="R671adcadb0bb47c1"/>
    <p:sldId xmlns:r="http://schemas.openxmlformats.org/officeDocument/2006/relationships" id="269" r:id="R30b32454c0164808"/>
    <p:sldId xmlns:r="http://schemas.openxmlformats.org/officeDocument/2006/relationships" id="270" r:id="R5385c3ace79249b3"/>
    <p:sldId xmlns:r="http://schemas.openxmlformats.org/officeDocument/2006/relationships" id="271" r:id="R947a0f71fa274d88"/>
    <p:sldId xmlns:r="http://schemas.openxmlformats.org/officeDocument/2006/relationships" id="272" r:id="R0074e42c46cb4835"/>
    <p:sldId xmlns:r="http://schemas.openxmlformats.org/officeDocument/2006/relationships" id="273" r:id="R5d3f6877a4594b8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93782da5624ed1" /><Relationship Type="http://schemas.openxmlformats.org/officeDocument/2006/relationships/slideMaster" Target="/ppt/slideMasters/slideMaster1.xml" Id="R5e0d0328506a493f" /><Relationship Type="http://schemas.openxmlformats.org/officeDocument/2006/relationships/slideMaster" Target="/ppt/slideMasters/slideMaster2.xml" Id="R682cfe47e38140ab" /><Relationship Type="http://schemas.openxmlformats.org/officeDocument/2006/relationships/notesMaster" Target="/ppt/notesMasters/notesMaster1.xml" Id="R763758e206154c34" /><Relationship Type="http://schemas.openxmlformats.org/officeDocument/2006/relationships/presProps" Target="/ppt/presProps.xml" Id="R07946e4746fe4995" /><Relationship Type="http://schemas.openxmlformats.org/officeDocument/2006/relationships/tableStyles" Target="/ppt/tableStyles.xml" Id="R0781d260c23740b6" /><Relationship Type="http://schemas.openxmlformats.org/officeDocument/2006/relationships/slide" Target="/ppt/slides/slide1.xml" Id="R3c8df0efa0a54afa" /><Relationship Type="http://schemas.openxmlformats.org/officeDocument/2006/relationships/slide" Target="/ppt/slides/slide2.xml" Id="R99f70967b6b34ed3" /><Relationship Type="http://schemas.openxmlformats.org/officeDocument/2006/relationships/slide" Target="/ppt/slides/slide3.xml" Id="Rd4364d26f6304197" /><Relationship Type="http://schemas.openxmlformats.org/officeDocument/2006/relationships/slide" Target="/ppt/slides/slide4.xml" Id="R0b49011138744999" /><Relationship Type="http://schemas.openxmlformats.org/officeDocument/2006/relationships/slide" Target="/ppt/slides/slide5.xml" Id="Rb3455e44cab34a2b" /><Relationship Type="http://schemas.openxmlformats.org/officeDocument/2006/relationships/slide" Target="/ppt/slides/slide6.xml" Id="R6a4991b7cee343ab" /><Relationship Type="http://schemas.openxmlformats.org/officeDocument/2006/relationships/slide" Target="/ppt/slides/slide7.xml" Id="Rb17f69a0f6984cb1" /><Relationship Type="http://schemas.openxmlformats.org/officeDocument/2006/relationships/slide" Target="/ppt/slides/slide8.xml" Id="R14fd93f434e44d16" /><Relationship Type="http://schemas.openxmlformats.org/officeDocument/2006/relationships/slide" Target="/ppt/slides/slide9.xml" Id="R9aa47c8e51f74d84" /><Relationship Type="http://schemas.openxmlformats.org/officeDocument/2006/relationships/slide" Target="/ppt/slides/slide10.xml" Id="R081dc7a74d0c4775" /><Relationship Type="http://schemas.openxmlformats.org/officeDocument/2006/relationships/slide" Target="/ppt/slides/slide11.xml" Id="R1f4dcfef1e964790" /><Relationship Type="http://schemas.openxmlformats.org/officeDocument/2006/relationships/slide" Target="/ppt/slides/slide12.xml" Id="R9e8b7d09ec174526" /><Relationship Type="http://schemas.openxmlformats.org/officeDocument/2006/relationships/slide" Target="/ppt/slides/slide13.xml" Id="R671adcadb0bb47c1" /><Relationship Type="http://schemas.openxmlformats.org/officeDocument/2006/relationships/slide" Target="/ppt/slides/slide14.xml" Id="R30b32454c0164808" /><Relationship Type="http://schemas.openxmlformats.org/officeDocument/2006/relationships/slide" Target="/ppt/slides/slide15.xml" Id="R5385c3ace79249b3" /><Relationship Type="http://schemas.openxmlformats.org/officeDocument/2006/relationships/slide" Target="/ppt/slides/slide16.xml" Id="R947a0f71fa274d88" /><Relationship Type="http://schemas.openxmlformats.org/officeDocument/2006/relationships/slide" Target="/ppt/slides/slide17.xml" Id="R0074e42c46cb4835" /><Relationship Type="http://schemas.openxmlformats.org/officeDocument/2006/relationships/slide" Target="/ppt/slides/slide18.xml" Id="R5d3f6877a4594b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76da9289b15d46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36e3f9537d422a" /><Relationship Type="http://schemas.openxmlformats.org/officeDocument/2006/relationships/notesMaster" Target="/ppt/notesMasters/notesMaster1.xml" Id="Re2e251e066734f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a7a1e4453a4093" /><Relationship Type="http://schemas.openxmlformats.org/officeDocument/2006/relationships/notesMaster" Target="/ppt/notesMasters/notesMaster1.xml" Id="R1f7878f4aab841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bf838960a54440" /><Relationship Type="http://schemas.openxmlformats.org/officeDocument/2006/relationships/notesMaster" Target="/ppt/notesMasters/notesMaster1.xml" Id="R720609fed9a945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9df7e4422e4b35" /><Relationship Type="http://schemas.openxmlformats.org/officeDocument/2006/relationships/notesMaster" Target="/ppt/notesMasters/notesMaster1.xml" Id="Rfc455e07b23845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880161648c4528" /><Relationship Type="http://schemas.openxmlformats.org/officeDocument/2006/relationships/notesMaster" Target="/ppt/notesMasters/notesMaster1.xml" Id="Rba78984f99e643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abbb9bf4594251" /><Relationship Type="http://schemas.openxmlformats.org/officeDocument/2006/relationships/notesMaster" Target="/ppt/notesMasters/notesMaster1.xml" Id="R18134f8685fe4e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4bfcf483de453f" /><Relationship Type="http://schemas.openxmlformats.org/officeDocument/2006/relationships/notesMaster" Target="/ppt/notesMasters/notesMaster1.xml" Id="R799692f048cf48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dd13dfcfedb4fd6" /><Relationship Type="http://schemas.openxmlformats.org/officeDocument/2006/relationships/notesMaster" Target="/ppt/notesMasters/notesMaster1.xml" Id="Rd3e8e891432749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18c5c70ede44a60" /><Relationship Type="http://schemas.openxmlformats.org/officeDocument/2006/relationships/notesMaster" Target="/ppt/notesMasters/notesMaster1.xml" Id="Rf8b52a2650e241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bc998ce3cc4de1" /><Relationship Type="http://schemas.openxmlformats.org/officeDocument/2006/relationships/notesMaster" Target="/ppt/notesMasters/notesMaster1.xml" Id="Rdfd4d0f92f5e47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9a6721fe87497f" /><Relationship Type="http://schemas.openxmlformats.org/officeDocument/2006/relationships/notesMaster" Target="/ppt/notesMasters/notesMaster1.xml" Id="R329672c617b9447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af83c6c466b4cd8" /><Relationship Type="http://schemas.openxmlformats.org/officeDocument/2006/relationships/notesMaster" Target="/ppt/notesMasters/notesMaster1.xml" Id="Ra22f6f311de1442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adfde5025be4618" /><Relationship Type="http://schemas.openxmlformats.org/officeDocument/2006/relationships/notesMaster" Target="/ppt/notesMasters/notesMaster1.xml" Id="R6d53d55e190a420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709818f46c54c9f" /><Relationship Type="http://schemas.openxmlformats.org/officeDocument/2006/relationships/notesMaster" Target="/ppt/notesMasters/notesMaster1.xml" Id="Rae8eebab36b74cd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9232a32f7614d7b" /><Relationship Type="http://schemas.openxmlformats.org/officeDocument/2006/relationships/notesMaster" Target="/ppt/notesMasters/notesMaster1.xml" Id="R62f1d2f2051740a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477861e29444e7e" /><Relationship Type="http://schemas.openxmlformats.org/officeDocument/2006/relationships/notesMaster" Target="/ppt/notesMasters/notesMaster1.xml" Id="Rec8eac6bd4934e2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efbc2fee5c84040" /><Relationship Type="http://schemas.openxmlformats.org/officeDocument/2006/relationships/notesMaster" Target="/ppt/notesMasters/notesMaster1.xml" Id="Ra07676deb05542e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caa150efb3140b0" /><Relationship Type="http://schemas.openxmlformats.org/officeDocument/2006/relationships/notesMaster" Target="/ppt/notesMasters/notesMaster1.xml" Id="Rb2c82cd9a67442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à aula 0 do dbt Moderno na Prática. Hoje vamos trabalhar o tema “Prepare seu laboratório dbt sem sofrer com o ambiente”. Windows, macOS, Linux ou Codespaces — o mesmo hands-on local.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01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“Você termina com um build, testes e artifacts — não apenas com uma instalação que parece funcionar.”.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Você termina com um build, testes e artifacts — não apenas com uma instalação que parece funcionar.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validar os pré-requisitos, Preparar o ambiente isolado e Fechar o primeiro checkpoint.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“SQL básico basta para começar”.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Terminal, Git, Python e dbt entram passo a passo. Para tornar isso concreto, observe SELECT, JOIN, GROUP BY, SUM e COUNT, Nenhuma experiência prévia com dbt e Comandos completos em todas as aulas.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“Local e Codespaces chegam ao mesmo laboratório”.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A rota muda; o checkpoint e o resultado permanecem iguais. Para tornar isso concreto, observe local: funciona offline depois do setup, Codespaces: desbloqueia o início pelo navegador e Os dois usam o mesmo course.py.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“Local e Codespaces chegam ao mesmo laboratório”.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A rota muda; o checkpoint e o resultado permanecem iguais. Siga a composição na ordem mostrada e conecte local, Codespaces, Local: funciona offline depois do setup, Codespaces: desbloqueia o início pelo navegador e Os dois usam o mesmo course.py.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“Um launcher esconde diferenças do sistema”.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aluno executa a aula sem ativar virtualenv manualmente. Para tornar isso concreto, observe doctor encontra bloqueios, setup cria o ambiente e checkpoint executa a aula.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“Um launcher esconde diferenças do sistema”.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aluno executa a aula sem ativar virtualenv manualmente. Siga a composição na ordem mostrada e conecte seu sistema, course.py, dbt + DuckDB e checkpoint.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“Diagnóstico vem antes da tentativa e erro”.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support-report ajuda sem publicar tokens ou caminhos sensíveis. Para tornar isso concreto, observe versões e permissões, Espaço e arquivos esperados e Relatório sanitizado para pedir ajuda.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“Diagnóstico vem antes da tentativa e erro”.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support-report ajuda sem publicar tokens ou caminhos sensíveis. Siga a composição na ordem mostrada e conecte verde: siga, Amarelo: revise e Vermelho: bloqueie.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setup, depois python course.py checkpoint 01.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ambiente virtual criado, dbt debug concluído e Seeds, build e artifacts executados.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Checkpoint 01 OK. Esse resultado confirma que a etapa executada produziu a evidência esperada para o checkpoint 01.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versões fixadas, FinOps: execução local e IA: nenhuma chave necessária.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“46 recursos”.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46 recursos: baseline dbt validado localmente. O número ajuda a dimensionar o exemplo, mas precisa ser lido com a ressalva correta. Resultado do laboratório, não benchmark de produção.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a instalação inicial ainda precisa de internet, Codespaces depende da conta e da franquia e 2 CPUs, 4 GB e 2 GB livres são a meta validada.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Core 2.0 e Fusion ficam apenas no Radar; a aula executa Core 1.12 estável.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Execute doctor, setup e checkpoint 01 antes de avançar.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da aula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e8ad32cd3e42b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b184bf49d82405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1514f7306974a4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c5e00e9ae44697" /><Relationship Type="http://schemas.openxmlformats.org/officeDocument/2006/relationships/slideLayout" Target="/ppt/slideLayouts/slideLayout1.xml" Id="R7fb389b9ccda4914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104afe0ebd694e22" /><Relationship Type="http://schemas.openxmlformats.org/officeDocument/2006/relationships/slideLayout" Target="/ppt/slideLayouts/slideLayout2.xml" Id="Rb76cb26d75464e99" /><Relationship Type="http://schemas.openxmlformats.org/officeDocument/2006/relationships/slideLayout" Target="/ppt/slideLayouts/slideLayout3.xml" Id="R631472c0372848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b389b9ccda49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b76cb26d75464e99"/>
    <p:sldLayoutId xmlns:r="http://schemas.openxmlformats.org/officeDocument/2006/relationships" id="2147483652" r:id="R631472c0372848ca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86c6e65d414974" /><Relationship Type="http://schemas.openxmlformats.org/officeDocument/2006/relationships/image" Target="/ppt/media/image.jpeg" Id="R9b05625ee2c3478f" /><Relationship Type="http://schemas.openxmlformats.org/officeDocument/2006/relationships/notesSlide" Target="/ppt/notesSlides/notesSlide1.xml" Id="R70f957a3b3914f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34c387368a14b35" /><Relationship Type="http://schemas.openxmlformats.org/officeDocument/2006/relationships/image" Target="/ppt/media/image.png" Id="R01acf5f406e246ce" /><Relationship Type="http://schemas.openxmlformats.org/officeDocument/2006/relationships/notesSlide" Target="/ppt/notesSlides/notesSlide2.xml" Id="R66382f9cbddf45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7ee9bead164b97" /><Relationship Type="http://schemas.openxmlformats.org/officeDocument/2006/relationships/notesSlide" Target="/ppt/notesSlides/notesSlide3.xml" Id="R6eaada2c97c947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25ad16ff0f4af0" /><Relationship Type="http://schemas.openxmlformats.org/officeDocument/2006/relationships/notesSlide" Target="/ppt/notesSlides/notesSlide4.xml" Id="R499c6d96bd6a47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d0e44bb9b19415c" /><Relationship Type="http://schemas.openxmlformats.org/officeDocument/2006/relationships/notesSlide" Target="/ppt/notesSlides/notesSlide5.xml" Id="R43d7c650564f48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977e1d7b7c48d8" /><Relationship Type="http://schemas.openxmlformats.org/officeDocument/2006/relationships/notesSlide" Target="/ppt/notesSlides/notesSlide6.xml" Id="R56fde5531dee48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effa978060497e" /><Relationship Type="http://schemas.openxmlformats.org/officeDocument/2006/relationships/notesSlide" Target="/ppt/notesSlides/notesSlide7.xml" Id="R595658ef2f3f474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760fa6919ea4a51" /><Relationship Type="http://schemas.openxmlformats.org/officeDocument/2006/relationships/notesSlide" Target="/ppt/notesSlides/notesSlide8.xml" Id="R05d9ff70984e44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45ecd4d21ce48e6" /><Relationship Type="http://schemas.openxmlformats.org/officeDocument/2006/relationships/notesSlide" Target="/ppt/notesSlides/notesSlide9.xml" Id="Re98c9f507a654d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8c6abc88f94e6d" /><Relationship Type="http://schemas.openxmlformats.org/officeDocument/2006/relationships/notesSlide" Target="/ppt/notesSlides/notesSlide10.xml" Id="R4d4dbe1ae53443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af98ed2cdf4df7" /><Relationship Type="http://schemas.openxmlformats.org/officeDocument/2006/relationships/notesSlide" Target="/ppt/notesSlides/notesSlide11.xml" Id="R8d7bb3c6350d450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e0de5c6b5d04473" /><Relationship Type="http://schemas.openxmlformats.org/officeDocument/2006/relationships/notesSlide" Target="/ppt/notesSlides/notesSlide12.xml" Id="Re84e830d8c27467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5203238ac3457a" /><Relationship Type="http://schemas.openxmlformats.org/officeDocument/2006/relationships/notesSlide" Target="/ppt/notesSlides/notesSlide13.xml" Id="R240765499fa843a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fe843d725ef4acd" /><Relationship Type="http://schemas.openxmlformats.org/officeDocument/2006/relationships/notesSlide" Target="/ppt/notesSlides/notesSlide14.xml" Id="Rbb05daf0e20941f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d795808801419c" /><Relationship Type="http://schemas.openxmlformats.org/officeDocument/2006/relationships/notesSlide" Target="/ppt/notesSlides/notesSlide15.xml" Id="Rfab66ba1ea294fa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deebc0610cb4f2e" /><Relationship Type="http://schemas.openxmlformats.org/officeDocument/2006/relationships/notesSlide" Target="/ppt/notesSlides/notesSlide16.xml" Id="R495b619436fe4c9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6f82e8e1c941d9" /><Relationship Type="http://schemas.openxmlformats.org/officeDocument/2006/relationships/notesSlide" Target="/ppt/notesSlides/notesSlide17.xml" Id="Re338953f16754e2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829316260154440" /><Relationship Type="http://schemas.openxmlformats.org/officeDocument/2006/relationships/notesSlide" Target="/ppt/notesSlides/notesSlide18.xml" Id="Ra1fabfafed714246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AULA 0 — Prepare seu laboratório dbt sem sofrer com o ambient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05625ee2c3478f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7EA45BD9-CE56-40C2-BE82-E3CADA12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25B69915-8E92-414C-8A59-8D5CE6CA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D7A802CE-150F-481C-8EF9-5BB4D25E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AULA 0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789B4AD-4B72-4835-9265-6CE72CAC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Prepare seu laboratório dbt sem sofrer com o ambiente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EF0B2779-35E9-48E9-B83B-011470F1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Windows, macOS, Linux ou Codespaces — o mesmo hands-on local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8483E351-6E29-4D39-AB14-1CA8E918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A5660CFC-1C11-4ED2-B6F1-1EE305E7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01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1120692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387429E0-C3E6-4464-B64E-43BAB3A0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Você termina com um build, testes e artifacts — não apenas com uma instalação que parece funcionar.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1D9F8F6C-B73F-45B7-9B29-6C1AE509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AB9AC982-6388-4A98-8470-1DDD003A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E6D188FC-BCCF-486B-AE48-594D5345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Você termina com um build, testes e artifacts — não apenas com uma instalação que parece funcionar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acf5f406e246ce"/>
          <a:stretch xmlns:a="http://schemas.openxmlformats.org/drawingml/2006/main"/>
        </p:blipFill>
        <p:spPr>
          <a:xfrm xmlns:a="http://schemas.openxmlformats.org/drawingml/2006/main">
            <a:off x="990600" y="4135697"/>
            <a:ext cx="10210800" cy="872607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11C02E10-28E9-4225-B0EC-2922A05F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FA70764-5491-46C8-BF9E-3B65D5C9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3D676922-2B81-4FDA-8D48-AFF13317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3FFF7D-F9A8-46FF-AEA6-966B38F3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2/18</a:t>
            </a:r>
          </a:p>
        </p:txBody>
      </p:sp>
    </p:spTree>
    <p:extLst>
      <p:ext uri="{BB962C8B-B14F-4D97-AF65-F5344CB8AC3E}">
        <p14:creationId xmlns:p14="http://schemas.microsoft.com/office/powerpoint/2010/main" val="1604299947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2DDF7B7-2508-48D8-84BA-3FE10221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B00C799D-61C8-4AD4-B94D-5E143097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9109D995-BDC2-492E-96D6-22ED9E52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Validar os pré-requisitos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AE6BE2EB-1D48-4290-BC4F-8590CECB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81E41A74-9600-4A9C-9EB4-9D81215E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0849D868-2208-4865-957A-7A4FB440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Preparar o ambiente isolado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59C407DD-5FA7-42AE-AE9D-341ED8D8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8314D405-8165-48E9-B044-0EC4CC63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7A74053B-0239-472D-B09D-12D7165B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Fechar o primeiro checkpoint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79A98585-3CA5-4BE9-955C-94A4C8EF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D5A363F-5038-4619-A794-4BB4AA48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C0609290-6418-47E6-A318-F5448EC7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E6934E5-BC13-47BA-B78E-CB1485A6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3/18</a:t>
            </a:r>
          </a:p>
        </p:txBody>
      </p:sp>
    </p:spTree>
    <p:extLst>
      <p:ext uri="{BB962C8B-B14F-4D97-AF65-F5344CB8AC3E}">
        <p14:creationId xmlns:p14="http://schemas.microsoft.com/office/powerpoint/2010/main" val="668251251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EF0401-74BD-4D3F-A48A-4019BBB6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SQL básico basta para começar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6953BC1-1A29-477B-B265-CA5CF7D8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Terminal, Git, Python e dbt entram passo a passo.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E89305DD-555B-48C3-A76B-4B786705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SELECT, JOIN, GROUP BY, SUM e COUNT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Nenhuma experiência prévia com dbt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Comandos completos em todas as aulas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08CDE52-EECC-4E3A-B760-0A3A0D66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53B3018D-D2F7-49A6-BA51-77B459CF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6664B19-DFC2-4ABB-B91F-45BF8D67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7C046F3-0AC9-48A3-95B0-C00E4C0D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9270D13-851F-4613-BB00-A02A4818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CE30C673-5057-4784-8F91-BBF7D43F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9E47DB7-7A45-46E3-8F35-C91A71F3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4/18</a:t>
            </a:r>
          </a:p>
        </p:txBody>
      </p:sp>
    </p:spTree>
    <p:extLst>
      <p:ext uri="{BB962C8B-B14F-4D97-AF65-F5344CB8AC3E}">
        <p14:creationId xmlns:p14="http://schemas.microsoft.com/office/powerpoint/2010/main" val="6880797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A6D7A2-8A15-4731-A275-E15824CD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Local e Codespaces chegam ao mesmo laboratório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77CD50D-185A-46A7-8B7E-5600943F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A rota muda; o checkpoint e o resultado permanecem iguais.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7F352484-31C5-40BF-902B-32A65AD9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Local: funciona offline depois do setup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Codespaces: desbloqueia o início pelo navegador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Os dois usam o mesmo course.py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2F176B2-15DD-4517-9170-FD3A3547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0EF75898-4837-4F99-AD89-25AFAE5E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294AF401-C9A6-4EB9-9BE3-20D541E0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73E5677-5484-48B9-8084-E3FD73E2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905DD30-8688-4F90-8341-39DE0820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1631337F-901A-4B4F-B9B0-3113F827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2BF3BF0-C145-470F-9B15-F76AF8C4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5/18</a:t>
            </a:r>
          </a:p>
        </p:txBody>
      </p:sp>
    </p:spTree>
    <p:extLst>
      <p:ext uri="{BB962C8B-B14F-4D97-AF65-F5344CB8AC3E}">
        <p14:creationId xmlns:p14="http://schemas.microsoft.com/office/powerpoint/2010/main" val="1939058937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B183E1-9C04-435D-B8A8-A2FD084C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Local e Codespaces chegam ao mesmo laboratório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DADE554A-1708-4DC0-9035-5069C245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EC5FF"/>
                </a:solidFill>
              </a:defRPr>
            </a:pPr>
            <a:r>
              <a:rPr sz="2100" b="1">
                <a:solidFill>
                  <a:srgbClr val="1EC5FF"/>
                </a:solidFill>
              </a:rPr>
              <a:t>Local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0A89001D-CF0D-4BD5-BCA5-B7A8D46F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2DBE8C"/>
                </a:solidFill>
              </a:defRPr>
            </a:pPr>
            <a:r>
              <a:rPr sz="2100" b="1">
                <a:solidFill>
                  <a:srgbClr val="2DBE8C"/>
                </a:solidFill>
              </a:rPr>
              <a:t>Codespaces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BF2EEA83-DF85-44D2-9CE1-2A2D15D8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15295394-00C1-455B-90DA-B2C62B01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Local: funciona offline depois do setup</a:t>
            </a:r>
          </a:p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Codespaces: desbloqueia o início pelo navegador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4B440127-4518-46D9-AF0A-95E22F23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Os dois usam o mesmo course.py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FB0DE8D-6EA3-4407-B2C2-9E92DEF2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3713F58-E7ED-46AA-B114-3CB58899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A4354B6-D9D7-4254-8331-9CD43B77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D7BDFEC-B86C-40A7-9685-8FE2FC69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6/18</a:t>
            </a:r>
          </a:p>
        </p:txBody>
      </p:sp>
    </p:spTree>
    <p:extLst>
      <p:ext uri="{BB962C8B-B14F-4D97-AF65-F5344CB8AC3E}">
        <p14:creationId xmlns:p14="http://schemas.microsoft.com/office/powerpoint/2010/main" val="1291545644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F5B40A-82DC-4280-BA20-0F5F5390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Um launcher esconde diferenças do sistema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D5F44E9-9013-4929-B9A5-EB34CADC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O aluno executa a aula sem ativar virtualenv manualmente.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4779920-0A2B-47E0-8F76-07FE6CF3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doctor encontra bloqueios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setup cria o ambiente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checkpoint executa a aula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0BE52D13-B7E0-43F4-BD37-892CBC57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56058E1F-EC70-4BDE-BB45-6FF87425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4126774C-D0E4-48D2-AA50-33912E48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058F429-34FB-4A76-B69B-D15AC92F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FF5674F-2753-40E7-842C-6B1F4EEE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3840171-6CAC-4A33-AE85-C6B13E45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EAAFEA3-9E18-482F-8812-514F8765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7/18</a:t>
            </a:r>
          </a:p>
        </p:txBody>
      </p:sp>
    </p:spTree>
    <p:extLst>
      <p:ext uri="{BB962C8B-B14F-4D97-AF65-F5344CB8AC3E}">
        <p14:creationId xmlns:p14="http://schemas.microsoft.com/office/powerpoint/2010/main" val="14054033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6EAF53-A071-4E0D-A1B9-7DEBEA2C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Um launcher esconde diferenças do sistema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AF4CECC8-086E-43F2-AF76-0FD46D2D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Seu sistema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F51F21ED-C4D0-454C-A6A5-FBDDDD80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course.py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913FEDF2-B26F-4A66-ABD9-84461D0E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dbt + DuckDB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80336DFD-C684-44A6-8601-C3F18657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checkpoint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36314323-4CAB-41D2-B40B-4D16A5F4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47349FF-39E5-4B1F-B262-8F59FFE1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A9A6E5E6-7927-4FB8-8651-4AFC4DF4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9E302D4-E2CF-4DC3-9F1E-908232CF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8/18</a:t>
            </a:r>
          </a:p>
        </p:txBody>
      </p:sp>
    </p:spTree>
    <p:extLst>
      <p:ext uri="{BB962C8B-B14F-4D97-AF65-F5344CB8AC3E}">
        <p14:creationId xmlns:p14="http://schemas.microsoft.com/office/powerpoint/2010/main" val="10075804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91B16F-E7E2-40ED-A069-BCF6D51E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Diagnóstico vem antes da tentativa e erro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D1F6BDE-E9BE-4B08-8459-37A0BC89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support-report ajuda sem publicar tokens ou caminhos sensíveis.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CFB87653-C7EB-41B3-878D-8F2D2D30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Versões e permissões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Espaço e arquivos esperados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Relatório sanitizado para pedir ajuda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4D814070-5C72-4B0E-8076-FA516A90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D6FFE19D-1F27-4064-8D4D-2F7ABF0C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6D31C13F-E1EA-4453-8A4A-4F9AF7CB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89B348D-55CE-4DA3-898A-85FB7E96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37A1335-7A7C-4201-9EB0-2C2DCF36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307D010-48DA-46C8-95AE-21AB522D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5C1B4E0-E638-497F-9150-F48241DF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9/18</a:t>
            </a:r>
          </a:p>
        </p:txBody>
      </p:sp>
    </p:spTree>
    <p:extLst>
      <p:ext uri="{BB962C8B-B14F-4D97-AF65-F5344CB8AC3E}">
        <p14:creationId xmlns:p14="http://schemas.microsoft.com/office/powerpoint/2010/main" val="1719387154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6AE04EC-F119-4BEF-A335-CCA59C53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Diagnóstico vem antes da tentativa e erro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97590A05-B579-41FC-8980-68D15E1B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393EACFF-1659-4E63-A186-621062F2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Verde: siga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B95E7C69-F62C-4B6C-8C39-B7B85415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5C54E744-EE9D-45CE-ABDA-871F0D61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Amarelo: revise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BCB05058-9424-4869-B0FF-03CC00E2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03D4B063-94BB-4552-8B0C-B60DD37DC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Vermelho: bloqueie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A4F60E1E-8F27-4A4D-A2D7-41951033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981DDDC-E1BB-4FA2-96FE-341D70D0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B65C648D-BC30-4A3E-A2A2-FE8D9158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7E1243-0B47-4CD4-BD43-423C5505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10/18</a:t>
            </a:r>
          </a:p>
        </p:txBody>
      </p:sp>
    </p:spTree>
    <p:extLst>
      <p:ext uri="{BB962C8B-B14F-4D97-AF65-F5344CB8AC3E}">
        <p14:creationId xmlns:p14="http://schemas.microsoft.com/office/powerpoint/2010/main" val="1161685310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9D1EEB-7C1C-4A01-8234-ED413B8F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F80D203C-2009-427B-A745-A5E9EBD1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7CE8B5EC-4077-4446-ACD1-5C8942E3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setup</a:t>
            </a:r>
          </a:p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01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6BE00885-6ACF-474F-B090-24D3CACE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D09D073E-D9AB-4837-9C8C-0428D7C1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255B735-BB09-48A3-99BD-20A0BFC3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5FA9F53-9489-4BA5-A237-A00A7CBB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850041-A0CA-4E52-949F-EF578735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11/18</a:t>
            </a:r>
          </a:p>
        </p:txBody>
      </p:sp>
    </p:spTree>
    <p:extLst>
      <p:ext uri="{BB962C8B-B14F-4D97-AF65-F5344CB8AC3E}">
        <p14:creationId xmlns:p14="http://schemas.microsoft.com/office/powerpoint/2010/main" val="4777383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B58CF2-81CB-4AD0-8DB1-C46C2450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E26845AE-D3AD-4694-B6AA-2CA94C33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53A8244C-278F-426E-8008-B5CBF376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Ambiente virtual criado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9E32169E-48DD-42C7-A7FB-87A5A4E0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5BA3F18A-83A9-4571-8128-A7ACD4FF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C3E02F29-EEBD-46BB-83B9-EE2AD7A2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dbt debug concluído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B43F2D80-5283-4AD5-9FD3-B48572C0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53890066-4E7A-48D9-9128-6225D8E5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AC2C21AA-7F56-470D-B0CF-03706E83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Seeds, build e artifacts executados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C9316EAA-2C5A-4DA4-9539-59DDC702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F394B45-E08F-49CB-90D0-C39AA5E8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4B8F1CB8-423F-466D-A8DC-E79CB095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5AA6AB-AA30-4BB2-B8A5-492D9ED3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12/18</a:t>
            </a:r>
          </a:p>
        </p:txBody>
      </p:sp>
    </p:spTree>
    <p:extLst>
      <p:ext uri="{BB962C8B-B14F-4D97-AF65-F5344CB8AC3E}">
        <p14:creationId xmlns:p14="http://schemas.microsoft.com/office/powerpoint/2010/main" val="301269905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39D3292C-18EE-4A05-8082-A9388DAA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B6C28E4A-0E59-41DC-8415-0F0DABC2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Checkpoint 01 OK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75F47168-D601-4466-AE2F-98699C76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01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BF347DD-24AF-41C9-8117-2ADBF1D75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92F631C-9A35-4B2D-B7E8-F297AFDB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C8A7DC0C-8651-4AAB-AD83-45A71CE6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A32281E-64E6-47E5-8714-C186DF0B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58289686-656C-4FC1-83C3-ACD25658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AB31A62-5FD7-471E-81EA-48DEEFC3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13/18</a:t>
            </a:r>
          </a:p>
        </p:txBody>
      </p:sp>
    </p:spTree>
    <p:extLst>
      <p:ext uri="{BB962C8B-B14F-4D97-AF65-F5344CB8AC3E}">
        <p14:creationId xmlns:p14="http://schemas.microsoft.com/office/powerpoint/2010/main" val="13364760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756D7C5-EE3B-4590-AAF9-28AEA70D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5D257C28-CB36-4CC3-814B-97F8DBEE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AE4F603A-9420-4A95-B755-2ADB2F3F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versões fixadas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F8490057-3EF7-4993-B5C5-A2D8317C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72CE7196-BC80-4F52-9268-EE56616C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20055696-DDFD-4384-B85B-C6E6EC69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execução local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5CC6FA6A-513A-4A2A-8D8C-0CD1DA1F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5441FE3F-825E-49DE-B467-5DBE0031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31E185DE-1FA7-420D-9924-3287B9EE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nenhuma chave necessária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FE64B92E-D26A-4B27-88F0-E5E658E9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20B9B27-D9CB-44C5-A9C4-802FABDB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B32F04C0-B043-4493-819A-2BBBBAB8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FAB187-ECBB-40DC-8548-04A47CDC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14/18</a:t>
            </a:r>
          </a:p>
        </p:txBody>
      </p:sp>
    </p:spTree>
    <p:extLst>
      <p:ext uri="{BB962C8B-B14F-4D97-AF65-F5344CB8AC3E}">
        <p14:creationId xmlns:p14="http://schemas.microsoft.com/office/powerpoint/2010/main" val="640968176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6E91F7C9-EE00-46CA-BD9C-A1465F22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46 recursos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408EBBE7-D0B0-4BEF-89BB-24F108FE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baseline dbt validado localmente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CB7D1B45-82F7-4DA9-8E7C-B1E8CD3A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829A1D3B-C30B-4FC7-A674-8AC6F7EF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Resultado do laboratório, não benchmark de produção.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C9E49567-FA8E-43AD-AF83-7EABEFA5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8380025-9BED-4CC3-A3D2-9B9CEF8B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A58E878-E0F3-451D-B976-85F14390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BB1576-2B5C-4A80-AC95-01846F74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15/18</a:t>
            </a:r>
          </a:p>
        </p:txBody>
      </p:sp>
    </p:spTree>
    <p:extLst>
      <p:ext uri="{BB962C8B-B14F-4D97-AF65-F5344CB8AC3E}">
        <p14:creationId xmlns:p14="http://schemas.microsoft.com/office/powerpoint/2010/main" val="53911797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044393-4916-4C9F-A399-790EAAD3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545D0F09-B11E-4906-BA2F-8D49BCF9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A instalação inicial ainda precisa de internet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Codespaces depende da conta e da franquia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2 CPUs, 4 GB e 2 GB livres são a meta validada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7D0A4281-EC93-4C32-BD1D-E25C92781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25A0FB5-142B-4EA0-8264-EB9D14DC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A8C72673-EB9E-4489-BA74-69E9D99C9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8F03637-D655-4EBB-9E6C-8666B387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16/18</a:t>
            </a:r>
          </a:p>
        </p:txBody>
      </p:sp>
    </p:spTree>
    <p:extLst>
      <p:ext uri="{BB962C8B-B14F-4D97-AF65-F5344CB8AC3E}">
        <p14:creationId xmlns:p14="http://schemas.microsoft.com/office/powerpoint/2010/main" val="53554361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242E1C67-A275-4998-9D70-AB438544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402649BD-E1C1-4A59-BE7C-BD17EDD8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Core 2.0 e Fusion ficam apenas no Radar; a aula executa Core 1.12 estável.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8781CD41-D53A-4ABB-B362-CA46E709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5DF913AE-9977-4515-B649-1856093E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55CA98C3-29CB-4198-A2F6-0638ACA2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853D3F4F-96CD-4C65-A0CD-6113574F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F9075B5-FF86-4987-B90E-D26AE09E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76513112-E72A-49A5-B744-D6905D1F5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35DF4B-25A0-4CE8-A3A8-FADCFC3C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17/18</a:t>
            </a:r>
          </a:p>
        </p:txBody>
      </p:sp>
    </p:spTree>
    <p:extLst>
      <p:ext uri="{BB962C8B-B14F-4D97-AF65-F5344CB8AC3E}">
        <p14:creationId xmlns:p14="http://schemas.microsoft.com/office/powerpoint/2010/main" val="62871957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CF20A49D-E786-43FC-946D-DB771FB5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B1550B3B-DC32-4522-A464-265FE262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Execute doctor, setup e checkpoint 01 antes de avançar.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B156DB49-CCB1-4539-9E77-EC53DC52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01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3830923F-5E8C-4B2D-BE08-1DC9554C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F748110-85A0-4CED-8E64-752A854A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CD071EC0-458B-44B1-AD89-F7E9663F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642B5E-7CFB-4260-88AB-87D71A3E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18/18</a:t>
            </a:r>
          </a:p>
        </p:txBody>
      </p:sp>
    </p:spTree>
    <p:extLst>
      <p:ext uri="{BB962C8B-B14F-4D97-AF65-F5344CB8AC3E}">
        <p14:creationId xmlns:p14="http://schemas.microsoft.com/office/powerpoint/2010/main" val="5286280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2026-09-02T01:19:26.9690000Z</dcterms:created>
  <dcterms:modified xsi:type="dcterms:W3CDTF">2026-09-02T01:19:26.9690000Z</dcterms:modified>
</coreProperties>
</file>