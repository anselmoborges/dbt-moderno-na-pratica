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053cc365fc44c1" /><Relationship Type="http://schemas.openxmlformats.org/officeDocument/2006/relationships/extended-properties" Target="/docProps/app.xml" Id="R4bdbc68aae1c41c4" /><Relationship Type="http://schemas.openxmlformats.org/officeDocument/2006/relationships/officeDocument" Target="/ppt/presentation.xml" Id="Rd2bfb2852ec34b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fdfdacae434075"/>
    <p:sldMasterId xmlns:r="http://schemas.openxmlformats.org/officeDocument/2006/relationships" id="2147483650" r:id="R393fa0fa5c5244a9"/>
  </p:sldMasterIdLst>
  <p:notesMasterIdLst>
    <p:notesMasterId xmlns:r="http://schemas.openxmlformats.org/officeDocument/2006/relationships" r:id="R7534c00c1cab4473"/>
  </p:notesMasterIdLst>
  <p:sldIdLst>
    <p:sldId xmlns:r="http://schemas.openxmlformats.org/officeDocument/2006/relationships" id="256" r:id="Re7769d1458a7443b"/>
    <p:sldId xmlns:r="http://schemas.openxmlformats.org/officeDocument/2006/relationships" id="257" r:id="Rbf0461dd12e241b3"/>
    <p:sldId xmlns:r="http://schemas.openxmlformats.org/officeDocument/2006/relationships" id="258" r:id="R5e4e138a69704484"/>
    <p:sldId xmlns:r="http://schemas.openxmlformats.org/officeDocument/2006/relationships" id="259" r:id="R582c55be52bf473e"/>
    <p:sldId xmlns:r="http://schemas.openxmlformats.org/officeDocument/2006/relationships" id="260" r:id="R6500974036064e83"/>
    <p:sldId xmlns:r="http://schemas.openxmlformats.org/officeDocument/2006/relationships" id="261" r:id="R0d38b4cea843463a"/>
    <p:sldId xmlns:r="http://schemas.openxmlformats.org/officeDocument/2006/relationships" id="262" r:id="R2ebc70f0f8d54c85"/>
    <p:sldId xmlns:r="http://schemas.openxmlformats.org/officeDocument/2006/relationships" id="263" r:id="R274ff51fa53748d9"/>
    <p:sldId xmlns:r="http://schemas.openxmlformats.org/officeDocument/2006/relationships" id="264" r:id="Red122efeb01b4ad6"/>
    <p:sldId xmlns:r="http://schemas.openxmlformats.org/officeDocument/2006/relationships" id="265" r:id="R43c7a504b4754880"/>
    <p:sldId xmlns:r="http://schemas.openxmlformats.org/officeDocument/2006/relationships" id="266" r:id="R522f1597cfaf44a3"/>
    <p:sldId xmlns:r="http://schemas.openxmlformats.org/officeDocument/2006/relationships" id="267" r:id="Rb67864dce8a24d0c"/>
    <p:sldId xmlns:r="http://schemas.openxmlformats.org/officeDocument/2006/relationships" id="268" r:id="Raf2f52787a2d4b57"/>
    <p:sldId xmlns:r="http://schemas.openxmlformats.org/officeDocument/2006/relationships" id="269" r:id="Rce9b6a3581004e9d"/>
    <p:sldId xmlns:r="http://schemas.openxmlformats.org/officeDocument/2006/relationships" id="270" r:id="R369446bd8fcf49fe"/>
    <p:sldId xmlns:r="http://schemas.openxmlformats.org/officeDocument/2006/relationships" id="271" r:id="Rb633e08fc3684b3f"/>
    <p:sldId xmlns:r="http://schemas.openxmlformats.org/officeDocument/2006/relationships" id="272" r:id="R761538bb28e84c95"/>
    <p:sldId xmlns:r="http://schemas.openxmlformats.org/officeDocument/2006/relationships" id="273" r:id="Ra6e32c4762bd48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49f841a2f04c49" /><Relationship Type="http://schemas.openxmlformats.org/officeDocument/2006/relationships/slideMaster" Target="/ppt/slideMasters/slideMaster1.xml" Id="R6afdfdacae434075" /><Relationship Type="http://schemas.openxmlformats.org/officeDocument/2006/relationships/slideMaster" Target="/ppt/slideMasters/slideMaster2.xml" Id="R393fa0fa5c5244a9" /><Relationship Type="http://schemas.openxmlformats.org/officeDocument/2006/relationships/notesMaster" Target="/ppt/notesMasters/notesMaster1.xml" Id="R7534c00c1cab4473" /><Relationship Type="http://schemas.openxmlformats.org/officeDocument/2006/relationships/presProps" Target="/ppt/presProps.xml" Id="R226d96991f9b4550" /><Relationship Type="http://schemas.openxmlformats.org/officeDocument/2006/relationships/tableStyles" Target="/ppt/tableStyles.xml" Id="Rf36d0c4481d5435a" /><Relationship Type="http://schemas.openxmlformats.org/officeDocument/2006/relationships/slide" Target="/ppt/slides/slide1.xml" Id="Re7769d1458a7443b" /><Relationship Type="http://schemas.openxmlformats.org/officeDocument/2006/relationships/slide" Target="/ppt/slides/slide2.xml" Id="Rbf0461dd12e241b3" /><Relationship Type="http://schemas.openxmlformats.org/officeDocument/2006/relationships/slide" Target="/ppt/slides/slide3.xml" Id="R5e4e138a69704484" /><Relationship Type="http://schemas.openxmlformats.org/officeDocument/2006/relationships/slide" Target="/ppt/slides/slide4.xml" Id="R582c55be52bf473e" /><Relationship Type="http://schemas.openxmlformats.org/officeDocument/2006/relationships/slide" Target="/ppt/slides/slide5.xml" Id="R6500974036064e83" /><Relationship Type="http://schemas.openxmlformats.org/officeDocument/2006/relationships/slide" Target="/ppt/slides/slide6.xml" Id="R0d38b4cea843463a" /><Relationship Type="http://schemas.openxmlformats.org/officeDocument/2006/relationships/slide" Target="/ppt/slides/slide7.xml" Id="R2ebc70f0f8d54c85" /><Relationship Type="http://schemas.openxmlformats.org/officeDocument/2006/relationships/slide" Target="/ppt/slides/slide8.xml" Id="R274ff51fa53748d9" /><Relationship Type="http://schemas.openxmlformats.org/officeDocument/2006/relationships/slide" Target="/ppt/slides/slide9.xml" Id="Red122efeb01b4ad6" /><Relationship Type="http://schemas.openxmlformats.org/officeDocument/2006/relationships/slide" Target="/ppt/slides/slide10.xml" Id="R43c7a504b4754880" /><Relationship Type="http://schemas.openxmlformats.org/officeDocument/2006/relationships/slide" Target="/ppt/slides/slide11.xml" Id="R522f1597cfaf44a3" /><Relationship Type="http://schemas.openxmlformats.org/officeDocument/2006/relationships/slide" Target="/ppt/slides/slide12.xml" Id="Rb67864dce8a24d0c" /><Relationship Type="http://schemas.openxmlformats.org/officeDocument/2006/relationships/slide" Target="/ppt/slides/slide13.xml" Id="Raf2f52787a2d4b57" /><Relationship Type="http://schemas.openxmlformats.org/officeDocument/2006/relationships/slide" Target="/ppt/slides/slide14.xml" Id="Rce9b6a3581004e9d" /><Relationship Type="http://schemas.openxmlformats.org/officeDocument/2006/relationships/slide" Target="/ppt/slides/slide15.xml" Id="R369446bd8fcf49fe" /><Relationship Type="http://schemas.openxmlformats.org/officeDocument/2006/relationships/slide" Target="/ppt/slides/slide16.xml" Id="Rb633e08fc3684b3f" /><Relationship Type="http://schemas.openxmlformats.org/officeDocument/2006/relationships/slide" Target="/ppt/slides/slide17.xml" Id="R761538bb28e84c95" /><Relationship Type="http://schemas.openxmlformats.org/officeDocument/2006/relationships/slide" Target="/ppt/slides/slide18.xml" Id="Ra6e32c4762bd48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911aad4181aa4d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e553b5baee4324" /><Relationship Type="http://schemas.openxmlformats.org/officeDocument/2006/relationships/notesMaster" Target="/ppt/notesMasters/notesMaster1.xml" Id="R39f12fc85d6c42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33c83e2f2048c7" /><Relationship Type="http://schemas.openxmlformats.org/officeDocument/2006/relationships/notesMaster" Target="/ppt/notesMasters/notesMaster1.xml" Id="R89e522265b1e4e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fc7d7aed9243c1" /><Relationship Type="http://schemas.openxmlformats.org/officeDocument/2006/relationships/notesMaster" Target="/ppt/notesMasters/notesMaster1.xml" Id="Re69f2267b15c4d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30554e765f4ac0" /><Relationship Type="http://schemas.openxmlformats.org/officeDocument/2006/relationships/notesMaster" Target="/ppt/notesMasters/notesMaster1.xml" Id="R7a2cc27b54434b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43859063124621" /><Relationship Type="http://schemas.openxmlformats.org/officeDocument/2006/relationships/notesMaster" Target="/ppt/notesMasters/notesMaster1.xml" Id="R954734b2ad874f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329943b02e24e3c" /><Relationship Type="http://schemas.openxmlformats.org/officeDocument/2006/relationships/notesMaster" Target="/ppt/notesMasters/notesMaster1.xml" Id="R3a4064db397b45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9e90a91e68427d" /><Relationship Type="http://schemas.openxmlformats.org/officeDocument/2006/relationships/notesMaster" Target="/ppt/notesMasters/notesMaster1.xml" Id="R00c633fe8a8843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dcc1e84678485b" /><Relationship Type="http://schemas.openxmlformats.org/officeDocument/2006/relationships/notesMaster" Target="/ppt/notesMasters/notesMaster1.xml" Id="Rec47c6b127bc40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f62208e62a4516" /><Relationship Type="http://schemas.openxmlformats.org/officeDocument/2006/relationships/notesMaster" Target="/ppt/notesMasters/notesMaster1.xml" Id="Ra35a40936c1d42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fca1f24ac44de2" /><Relationship Type="http://schemas.openxmlformats.org/officeDocument/2006/relationships/notesMaster" Target="/ppt/notesMasters/notesMaster1.xml" Id="Re4526ca344d849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28ded0225d4ea5" /><Relationship Type="http://schemas.openxmlformats.org/officeDocument/2006/relationships/notesMaster" Target="/ppt/notesMasters/notesMaster1.xml" Id="R94790e1471c346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1c46cf752c1433e" /><Relationship Type="http://schemas.openxmlformats.org/officeDocument/2006/relationships/notesMaster" Target="/ppt/notesMasters/notesMaster1.xml" Id="Rdc61919e6ad448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7af469cb2e14747" /><Relationship Type="http://schemas.openxmlformats.org/officeDocument/2006/relationships/notesMaster" Target="/ppt/notesMasters/notesMaster1.xml" Id="R4521e991a09840c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5a1c27cc1e24032" /><Relationship Type="http://schemas.openxmlformats.org/officeDocument/2006/relationships/notesMaster" Target="/ppt/notesMasters/notesMaster1.xml" Id="Rbf10d02d509d40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d26feb6bbbb45f2" /><Relationship Type="http://schemas.openxmlformats.org/officeDocument/2006/relationships/notesMaster" Target="/ppt/notesMasters/notesMaster1.xml" Id="Rbdfeacdef2bc461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b6042c890344940" /><Relationship Type="http://schemas.openxmlformats.org/officeDocument/2006/relationships/notesMaster" Target="/ppt/notesMasters/notesMaster1.xml" Id="R202def0819b6489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47b4312f1874eb0" /><Relationship Type="http://schemas.openxmlformats.org/officeDocument/2006/relationships/notesMaster" Target="/ppt/notesMasters/notesMaster1.xml" Id="R215a1df660d1489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2af545bd2d94fda" /><Relationship Type="http://schemas.openxmlformats.org/officeDocument/2006/relationships/notesMaster" Target="/ppt/notesMasters/notesMaster1.xml" Id="Rbe80a91a6cca49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objetivo do AULA 0 e conecte-o ao checkpoint executável. Você termina com um build, testes e artifacts — não apenas com uma instalação que parece funcionar.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Você termina com um build, testes e artifacts — não apenas com uma instalação que parece funcionar. Use o diagrama para antecipar o problema que será comprovado no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os três resultados observáveis da aula: Validar os pré-requisitos; Preparar o ambiente isolado; Fechar o primeiro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Terminal, Git, Python e dbt entram passo a passo. Desenvolva os pontos: SELECT, JOIN, GROUP BY, SUM e COUNT; Nenhuma experiência prévia com dbt; Comandos completos em todas as aulas.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rota muda; o checkpoint e o resultado permanecem iguais. Desenvolva os pontos: Local: funciona offline depois do setup; Codespaces: desbloqueia o início pelo navegador; Os dois usam o mesmo course.py.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A rota muda; o checkpoint e o resultado permanecem iguais. Local: funciona offline depois do setup Codespaces: desbloqueia o início pelo navegador Os dois usam o mesmo course.py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aluno executa a aula sem ativar virtualenv manualmente. Desenvolva os pontos: doctor encontra bloqueios; setup cria o ambiente; checkpoint executa 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O aluno executa a aula sem ativar virtualenv manualmente. doctor encontra bloqueios setup cria o ambiente checkpoint executa a aula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support-report ajuda sem publicar tokens ou caminhos sensíveis. Desenvolva os pontos: Versões e permissões; Espaço e arquivos esperados; Relatório sanitizado para pedir ajuda.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O support-report ajuda sem publicar tokens ou caminhos sensíveis. Versões e permissões Espaço e arquivos esperados Relatório sanitizado para pedir ajuda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python course.py setup e depois python course.py checkpoint 01. Pause para o aluno acompanhar o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Durante a execução, destaque: Ambiente virtual criado; dbt debug concluído; Seeds, build e artifacts executados.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Confirme o resultado esperado: Checkpoint 01 OK. Se o valor divergir, não avance sem investigar.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a técnica aos efeitos: Governança: versões fixadas; FinOps: execução local; IA: nenhuma chave necessária. Não prometa economia sem medição.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46 recursos: baseline dbt validado localmente. Resultado do laboratório, não benchmark de produção.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os limites sem minimizá-los: A instalação inicial ainda precisa de internet; Codespaces depende da conta e da franquia; 2 CPUs, 4 GB e 2 GB livres são a meta validada.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Core 2.0 e Fusion ficam apenas no Radar; a aula executa Core 1.12 estável. Reforce que beta e preview não fazem parte da aceitação.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doctor, setup e checkpoint 01 antes de avançar. Encerre conectando a aula ao próximo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https://duckdb.org/docs/stable/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d044972b7944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ce29d84aa864f6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980efdfa6294c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da61774a9b4443" /><Relationship Type="http://schemas.openxmlformats.org/officeDocument/2006/relationships/slideLayout" Target="/ppt/slideLayouts/slideLayout1.xml" Id="Rd5434dc8d38d48fe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ef6481e0b8849be" /><Relationship Type="http://schemas.openxmlformats.org/officeDocument/2006/relationships/slideLayout" Target="/ppt/slideLayouts/slideLayout2.xml" Id="R697316c6c5ec4a3d" /><Relationship Type="http://schemas.openxmlformats.org/officeDocument/2006/relationships/slideLayout" Target="/ppt/slideLayouts/slideLayout3.xml" Id="R9442e1dcde424e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434dc8d38d48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697316c6c5ec4a3d"/>
    <p:sldLayoutId xmlns:r="http://schemas.openxmlformats.org/officeDocument/2006/relationships" id="2147483652" r:id="R9442e1dcde424ec5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803d12299e4e40" /><Relationship Type="http://schemas.openxmlformats.org/officeDocument/2006/relationships/image" Target="/ppt/media/image.jpeg" Id="Re2917d8b52174884" /><Relationship Type="http://schemas.openxmlformats.org/officeDocument/2006/relationships/notesSlide" Target="/ppt/notesSlides/notesSlide1.xml" Id="R96761d3f6e0440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a68b6276a546c9" /><Relationship Type="http://schemas.openxmlformats.org/officeDocument/2006/relationships/image" Target="/ppt/media/image.png" Id="Re29f31dd513d4790" /><Relationship Type="http://schemas.openxmlformats.org/officeDocument/2006/relationships/notesSlide" Target="/ppt/notesSlides/notesSlide2.xml" Id="R21fb8af330044d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2c80066c0e4ea4" /><Relationship Type="http://schemas.openxmlformats.org/officeDocument/2006/relationships/notesSlide" Target="/ppt/notesSlides/notesSlide3.xml" Id="Re07be068acbb41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daf013566d485c" /><Relationship Type="http://schemas.openxmlformats.org/officeDocument/2006/relationships/notesSlide" Target="/ppt/notesSlides/notesSlide4.xml" Id="Rab8181f346e744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4415e451c044f9" /><Relationship Type="http://schemas.openxmlformats.org/officeDocument/2006/relationships/notesSlide" Target="/ppt/notesSlides/notesSlide5.xml" Id="Rbd98011be66d44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47d95167d948c0" /><Relationship Type="http://schemas.openxmlformats.org/officeDocument/2006/relationships/notesSlide" Target="/ppt/notesSlides/notesSlide6.xml" Id="R150bae21c1f542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703bc4834c4330" /><Relationship Type="http://schemas.openxmlformats.org/officeDocument/2006/relationships/notesSlide" Target="/ppt/notesSlides/notesSlide7.xml" Id="R9dc188bd039447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59a04453c1e47ec" /><Relationship Type="http://schemas.openxmlformats.org/officeDocument/2006/relationships/notesSlide" Target="/ppt/notesSlides/notesSlide8.xml" Id="R678aa4a9dad346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2eec080ae7e47df" /><Relationship Type="http://schemas.openxmlformats.org/officeDocument/2006/relationships/notesSlide" Target="/ppt/notesSlides/notesSlide9.xml" Id="Rac161ea01db2475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6ef747479d4b0c" /><Relationship Type="http://schemas.openxmlformats.org/officeDocument/2006/relationships/notesSlide" Target="/ppt/notesSlides/notesSlide10.xml" Id="R2fae5b2c75504e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64e9da96da4581" /><Relationship Type="http://schemas.openxmlformats.org/officeDocument/2006/relationships/notesSlide" Target="/ppt/notesSlides/notesSlide11.xml" Id="Rdb3c7726d1ed499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dc577b27ef9454c" /><Relationship Type="http://schemas.openxmlformats.org/officeDocument/2006/relationships/notesSlide" Target="/ppt/notesSlides/notesSlide12.xml" Id="R50481435f1474c2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8a1448a2a54485" /><Relationship Type="http://schemas.openxmlformats.org/officeDocument/2006/relationships/notesSlide" Target="/ppt/notesSlides/notesSlide13.xml" Id="R70016bf5213f466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a08346d837f4c33" /><Relationship Type="http://schemas.openxmlformats.org/officeDocument/2006/relationships/notesSlide" Target="/ppt/notesSlides/notesSlide14.xml" Id="R0864030d8100416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aa68940b054070" /><Relationship Type="http://schemas.openxmlformats.org/officeDocument/2006/relationships/notesSlide" Target="/ppt/notesSlides/notesSlide15.xml" Id="Rfa3cca15d0d445e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fa241a95a6e4e38" /><Relationship Type="http://schemas.openxmlformats.org/officeDocument/2006/relationships/notesSlide" Target="/ppt/notesSlides/notesSlide16.xml" Id="R0ef4923e9e914d0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ae153f30244d96" /><Relationship Type="http://schemas.openxmlformats.org/officeDocument/2006/relationships/notesSlide" Target="/ppt/notesSlides/notesSlide17.xml" Id="Rf83adcf8a74d420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6636796f80a4c79" /><Relationship Type="http://schemas.openxmlformats.org/officeDocument/2006/relationships/notesSlide" Target="/ppt/notesSlides/notesSlide18.xml" Id="Rf166e2aef8fd414b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 descr="Ilustração conceitual autoral da capa: AULA 0 — Prepare seu laboratório dbt sem sofrer com o ambient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17d8b52174884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7EA45BD9-CE56-40C2-BE82-E3CADA12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25B69915-8E92-414C-8A59-8D5CE6CA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D7A802CE-150F-481C-8EF9-5BB4D25E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AULA 0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789B4AD-4B72-4835-9265-6CE72CAC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Prepare seu laboratório dbt sem sofrer com o ambiente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F0B2779-35E9-48E9-B83B-011470F1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Windows, macOS, Linux ou Codespaces — o mesmo hands-on local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8483E351-6E29-4D39-AB14-1CA8E918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A5660CFC-1C11-4ED2-B6F1-1EE305E7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1120692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387429E0-C3E6-4464-B64E-43BAB3A0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Você termina com um build, testes e artifacts — não apenas com uma instalação que parece funcionar.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1D9F8F6C-B73F-45B7-9B29-6C1AE509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AB9AC982-6388-4A98-8470-1DDD003A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E6D188FC-BCCF-486B-AE48-594D5345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4" name="" descr="Diagrama didático autoral que apresenta: Você termina com um build, testes e artifacts — não apenas com uma instalação que parece funcionar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f31dd513d4790"/>
          <a:stretch xmlns:a="http://schemas.openxmlformats.org/drawingml/2006/main"/>
        </p:blipFill>
        <p:spPr>
          <a:xfrm xmlns:a="http://schemas.openxmlformats.org/drawingml/2006/main">
            <a:off x="990600" y="4135697"/>
            <a:ext cx="10210800" cy="872607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11C02E10-28E9-4225-B0EC-2922A05F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FA70764-5491-46C8-BF9E-3B65D5C9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3D676922-2B81-4FDA-8D48-AFF13317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3FFF7D-F9A8-46FF-AEA6-966B38F3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2/18</a:t>
            </a:r>
          </a:p>
        </p:txBody>
      </p:sp>
    </p:spTree>
    <p:extLst>
      <p:ext uri="{BB962C8B-B14F-4D97-AF65-F5344CB8AC3E}">
        <p14:creationId xmlns:p14="http://schemas.microsoft.com/office/powerpoint/2010/main" val="1604299947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DDF7B7-2508-48D8-84BA-3FE10221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B00C799D-61C8-4AD4-B94D-5E143097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9109D995-BDC2-492E-96D6-22ED9E52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os pré-requisitos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AE6BE2EB-1D48-4290-BC4F-8590CECB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81E41A74-9600-4A9C-9EB4-9D81215E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849D868-2208-4865-957A-7A4FB440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Preparar o ambiente isolado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59C407DD-5FA7-42AE-AE9D-341ED8D8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8314D405-8165-48E9-B044-0EC4CC63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A74053B-0239-472D-B09D-12D7165B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Fechar o primeiro checkpoint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79A98585-3CA5-4BE9-955C-94A4C8EF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5A363F-5038-4619-A794-4BB4AA48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C0609290-6418-47E6-A318-F5448EC7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6934E5-BC13-47BA-B78E-CB1485A6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3/18</a:t>
            </a:r>
          </a:p>
        </p:txBody>
      </p:sp>
    </p:spTree>
    <p:extLst>
      <p:ext uri="{BB962C8B-B14F-4D97-AF65-F5344CB8AC3E}">
        <p14:creationId xmlns:p14="http://schemas.microsoft.com/office/powerpoint/2010/main" val="668251251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EF0401-74BD-4D3F-A48A-4019BBB6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SQL básico basta para começar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6953BC1-1A29-477B-B265-CA5CF7D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Terminal, Git, Python e dbt entram passo a passo.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89305DD-555B-48C3-A76B-4B786705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SELECT, JOIN, GROUP BY, SUM e COUNT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Nenhuma experiência prévia com dbt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Comandos completos em todas as aulas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08CDE52-EECC-4E3A-B760-0A3A0D66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3B3018D-D2F7-49A6-BA51-77B459CF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6664B19-DFC2-4ABB-B91F-45BF8D67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7C046F3-0AC9-48A3-95B0-C00E4C0D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9270D13-851F-4613-BB00-A02A4818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CE30C673-5057-4784-8F91-BBF7D43F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9E47DB7-7A45-46E3-8F35-C91A71F3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4/18</a:t>
            </a:r>
          </a:p>
        </p:txBody>
      </p:sp>
    </p:spTree>
    <p:extLst>
      <p:ext uri="{BB962C8B-B14F-4D97-AF65-F5344CB8AC3E}">
        <p14:creationId xmlns:p14="http://schemas.microsoft.com/office/powerpoint/2010/main" val="6880797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A6D7A2-8A15-4731-A275-E15824CD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Local e Codespaces chegam ao mesmo laboratório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77CD50D-185A-46A7-8B7E-5600943F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 rota muda; o checkpoint e o resultado permanecem iguais.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7F352484-31C5-40BF-902B-32A65AD9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Local: funciona offline depois do setup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Codespaces: desbloqueia o início pelo navegador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Os dois usam o mesmo course.py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2F176B2-15DD-4517-9170-FD3A3547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0EF75898-4837-4F99-AD89-25AFAE5E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294AF401-C9A6-4EB9-9BE3-20D541E0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73E5677-5484-48B9-8084-E3FD73E2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905DD30-8688-4F90-8341-39DE0820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631337F-901A-4B4F-B9B0-3113F827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2BF3BF0-C145-470F-9B15-F76AF8C4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5/18</a:t>
            </a:r>
          </a:p>
        </p:txBody>
      </p:sp>
    </p:spTree>
    <p:extLst>
      <p:ext uri="{BB962C8B-B14F-4D97-AF65-F5344CB8AC3E}">
        <p14:creationId xmlns:p14="http://schemas.microsoft.com/office/powerpoint/2010/main" val="1939058937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B183E1-9C04-435D-B8A8-A2FD084C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Local e Codespaces chegam ao mesmo laboratório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DADE554A-1708-4DC0-9035-5069C245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Local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0A89001D-CF0D-4BD5-BCA5-B7A8D46F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Codespaces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BF2EEA83-DF85-44D2-9CE1-2A2D15D8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15295394-00C1-455B-90DA-B2C62B01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Local: funciona offline depois do setup</a:t>
            </a:r>
          </a:p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Codespaces: desbloqueia o início pelo navegador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4B440127-4518-46D9-AF0A-95E22F23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Os dois usam o mesmo course.py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FB0DE8D-6EA3-4407-B2C2-9E92DEF2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3713F58-E7ED-46AA-B114-3CB58899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A4354B6-D9D7-4254-8331-9CD43B77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7BDFEC-B86C-40A7-9685-8FE2FC69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6/18</a:t>
            </a:r>
          </a:p>
        </p:txBody>
      </p:sp>
    </p:spTree>
    <p:extLst>
      <p:ext uri="{BB962C8B-B14F-4D97-AF65-F5344CB8AC3E}">
        <p14:creationId xmlns:p14="http://schemas.microsoft.com/office/powerpoint/2010/main" val="1291545644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F5B40A-82DC-4280-BA20-0F5F5390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Um launcher esconde diferenças do sistema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D5F44E9-9013-4929-B9A5-EB34CADC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 aluno executa a aula sem ativar virtualenv manualmente.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4779920-0A2B-47E0-8F76-07FE6CF3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doctor encontra bloqueios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setup cria o ambiente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checkpoint executa a aula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BE52D13-B7E0-43F4-BD37-892CBC57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6058E1F-EC70-4BDE-BB45-6FF87425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126774C-D0E4-48D2-AA50-33912E48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058F429-34FB-4A76-B69B-D15AC92F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FF5674F-2753-40E7-842C-6B1F4EEE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3840171-6CAC-4A33-AE85-C6B13E45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EAAFEA3-9E18-482F-8812-514F8765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7/18</a:t>
            </a:r>
          </a:p>
        </p:txBody>
      </p:sp>
    </p:spTree>
    <p:extLst>
      <p:ext uri="{BB962C8B-B14F-4D97-AF65-F5344CB8AC3E}">
        <p14:creationId xmlns:p14="http://schemas.microsoft.com/office/powerpoint/2010/main" val="14054033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6EAF53-A071-4E0D-A1B9-7DEBEA2C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Um launcher esconde diferenças do sistema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AF4CECC8-086E-43F2-AF76-0FD46D2D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Seu sistema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F51F21ED-C4D0-454C-A6A5-FBDDDD80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course.py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913FEDF2-B26F-4A66-ABD9-84461D0E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dbt + DuckDB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80336DFD-C684-44A6-8601-C3F18657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checkpoint</a:t>
            </a:r>
          </a:p>
        </p:txBody>
      </p:sp>
      <p:cxnSp>
        <p:nvCxnSpPr>
          <p:cNvPr id="18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19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36314323-4CAB-41D2-B40B-4D16A5F4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47349FF-39E5-4B1F-B262-8F59FFE1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9A6E5E6-7927-4FB8-8651-4AFC4DF4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E302D4-E2CF-4DC3-9F1E-908232CF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8/18</a:t>
            </a:r>
          </a:p>
        </p:txBody>
      </p:sp>
    </p:spTree>
    <p:extLst>
      <p:ext uri="{BB962C8B-B14F-4D97-AF65-F5344CB8AC3E}">
        <p14:creationId xmlns:p14="http://schemas.microsoft.com/office/powerpoint/2010/main" val="10075804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91B16F-E7E2-40ED-A069-BCF6D51E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Diagnóstico vem antes da tentativa e erro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D1F6BDE-E9BE-4B08-8459-37A0BC89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support-report ajuda sem publicar tokens ou caminhos sensíveis.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FB87653-C7EB-41B3-878D-8F2D2D30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Versões e permissões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Espaço e arquivos esperados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Relatório sanitizado para pedir ajuda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4D814070-5C72-4B0E-8076-FA516A90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D6FFE19D-1F27-4064-8D4D-2F7ABF0C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D31C13F-E1EA-4453-8A4A-4F9AF7CB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89B348D-55CE-4DA3-898A-85FB7E96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37A1335-7A7C-4201-9EB0-2C2DCF36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307D010-48DA-46C8-95AE-21AB522D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C1B4E0-E638-497F-9150-F48241DF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9/18</a:t>
            </a:r>
          </a:p>
        </p:txBody>
      </p:sp>
    </p:spTree>
    <p:extLst>
      <p:ext uri="{BB962C8B-B14F-4D97-AF65-F5344CB8AC3E}">
        <p14:creationId xmlns:p14="http://schemas.microsoft.com/office/powerpoint/2010/main" val="1719387154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AE04EC-F119-4BEF-A335-CCA59C53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Diagnóstico vem antes da tentativa e erro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97590A05-B579-41FC-8980-68D15E1B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393EACFF-1659-4E63-A186-621062F2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Verde: siga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B95E7C69-F62C-4B6C-8C39-B7B85415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5C54E744-EE9D-45CE-ABDA-871F0D61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Amarelo: revise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BCB05058-9424-4869-B0FF-03CC00E2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03D4B063-94BB-4552-8B0C-B60DD37D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Vermelho: bloqueie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A4F60E1E-8F27-4A4D-A2D7-41951033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981DDDC-E1BB-4FA2-96FE-341D70D0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B65C648D-BC30-4A3E-A2A2-FE8D9158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7E1243-0B47-4CD4-BD43-423C5505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10/18</a:t>
            </a:r>
          </a:p>
        </p:txBody>
      </p:sp>
    </p:spTree>
    <p:extLst>
      <p:ext uri="{BB962C8B-B14F-4D97-AF65-F5344CB8AC3E}">
        <p14:creationId xmlns:p14="http://schemas.microsoft.com/office/powerpoint/2010/main" val="1161685310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9D1EEB-7C1C-4A01-8234-ED413B8F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F80D203C-2009-427B-A745-A5E9EBD1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7CE8B5EC-4077-4446-ACD1-5C8942E3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setup</a:t>
            </a:r>
          </a:p>
          <a:p xmlns:a="http://schemas.openxmlformats.org/drawingml/2006/main">
            <a:pPr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01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6BE00885-6ACF-474F-B090-24D3CACE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09D073E-D9AB-4837-9C8C-0428D7C1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255B735-BB09-48A3-99BD-20A0BFC3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5FA9F53-9489-4BA5-A237-A00A7CBB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850041-A0CA-4E52-949F-EF578735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11/18</a:t>
            </a:r>
          </a:p>
        </p:txBody>
      </p:sp>
    </p:spTree>
    <p:extLst>
      <p:ext uri="{BB962C8B-B14F-4D97-AF65-F5344CB8AC3E}">
        <p14:creationId xmlns:p14="http://schemas.microsoft.com/office/powerpoint/2010/main" val="4777383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B58CF2-81CB-4AD0-8DB1-C46C2450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E26845AE-D3AD-4694-B6AA-2CA94C33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53A8244C-278F-426E-8008-B5CBF376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Ambiente virtual criado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9E32169E-48DD-42C7-A7FB-87A5A4E0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BA3F18A-83A9-4571-8128-A7ACD4FF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C3E02F29-EEBD-46BB-83B9-EE2AD7A2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dbt debug concluído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B43F2D80-5283-4AD5-9FD3-B48572C0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3890066-4E7A-48D9-9128-6225D8E5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AC2C21AA-7F56-470D-B0CF-03706E83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Seeds, build e artifacts executados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9316EAA-2C5A-4DA4-9539-59DDC702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F394B45-E08F-49CB-90D0-C39AA5E8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4B8F1CB8-423F-466D-A8DC-E79CB095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5AA6AB-AA30-4BB2-B8A5-492D9ED3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12/18</a:t>
            </a:r>
          </a:p>
        </p:txBody>
      </p:sp>
    </p:spTree>
    <p:extLst>
      <p:ext uri="{BB962C8B-B14F-4D97-AF65-F5344CB8AC3E}">
        <p14:creationId xmlns:p14="http://schemas.microsoft.com/office/powerpoint/2010/main" val="301269905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39D3292C-18EE-4A05-8082-A9388DAA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B6C28E4A-0E59-41DC-8415-0F0DABC2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Checkpoint 01 OK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75F47168-D601-4466-AE2F-98699C76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BF347DD-24AF-41C9-8117-2ADBF1D75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92F631C-9A35-4B2D-B7E8-F297AFDB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8A7DC0C-8651-4AAB-AD83-45A71CE6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A32281E-64E6-47E5-8714-C186DF0B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58289686-656C-4FC1-83C3-ACD25658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AB31A62-5FD7-471E-81EA-48DEEFC3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13/18</a:t>
            </a:r>
          </a:p>
        </p:txBody>
      </p:sp>
    </p:spTree>
    <p:extLst>
      <p:ext uri="{BB962C8B-B14F-4D97-AF65-F5344CB8AC3E}">
        <p14:creationId xmlns:p14="http://schemas.microsoft.com/office/powerpoint/2010/main" val="13364760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756D7C5-EE3B-4590-AAF9-28AEA70D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5D257C28-CB36-4CC3-814B-97F8DBEE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AE4F603A-9420-4A95-B755-2ADB2F3F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versões fixadas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8490057-3EF7-4993-B5C5-A2D8317C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2CE7196-BC80-4F52-9268-EE56616C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20055696-DDFD-4384-B85B-C6E6EC69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execução local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5CC6FA6A-513A-4A2A-8D8C-0CD1DA1F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441FE3F-825E-49DE-B467-5DBE0031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1E185DE-1FA7-420D-9924-3287B9EE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nenhuma chave necessária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FE64B92E-D26A-4B27-88F0-E5E658E9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20B9B27-D9CB-44C5-A9C4-802FABDB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B32F04C0-B043-4493-819A-2BBBBAB8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FAB187-ECBB-40DC-8548-04A47CDC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14/18</a:t>
            </a:r>
          </a:p>
        </p:txBody>
      </p:sp>
    </p:spTree>
    <p:extLst>
      <p:ext uri="{BB962C8B-B14F-4D97-AF65-F5344CB8AC3E}">
        <p14:creationId xmlns:p14="http://schemas.microsoft.com/office/powerpoint/2010/main" val="640968176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6E91F7C9-EE00-46CA-BD9C-A1465F22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46 recursos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408EBBE7-D0B0-4BEF-89BB-24F108FE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baseline dbt validado localmente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CB7D1B45-82F7-4DA9-8E7C-B1E8CD3A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829A1D3B-C30B-4FC7-A674-8AC6F7EF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do laboratório, não benchmark de produção.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C9E49567-FA8E-43AD-AF83-7EABEFA5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8380025-9BED-4CC3-A3D2-9B9CEF8B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A58E878-E0F3-451D-B976-85F14390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BB1576-2B5C-4A80-AC95-01846F74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15/18</a:t>
            </a:r>
          </a:p>
        </p:txBody>
      </p:sp>
    </p:spTree>
    <p:extLst>
      <p:ext uri="{BB962C8B-B14F-4D97-AF65-F5344CB8AC3E}">
        <p14:creationId xmlns:p14="http://schemas.microsoft.com/office/powerpoint/2010/main" val="53911797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044393-4916-4C9F-A399-790EAAD3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545D0F09-B11E-4906-BA2F-8D49BCF9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 instalação inicial ainda precisa de internet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Codespaces depende da conta e da franquia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2 CPUs, 4 GB e 2 GB livres são a meta validada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D0A4281-EC93-4C32-BD1D-E25C9278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25A0FB5-142B-4EA0-8264-EB9D14DC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A8C72673-EB9E-4489-BA74-69E9D99C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F03637-D655-4EBB-9E6C-8666B387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16/18</a:t>
            </a:r>
          </a:p>
        </p:txBody>
      </p:sp>
    </p:spTree>
    <p:extLst>
      <p:ext uri="{BB962C8B-B14F-4D97-AF65-F5344CB8AC3E}">
        <p14:creationId xmlns:p14="http://schemas.microsoft.com/office/powerpoint/2010/main" val="53554361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242E1C67-A275-4998-9D70-AB438544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402649BD-E1C1-4A59-BE7C-BD17EDD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Core 2.0 e Fusion ficam apenas no Radar; a aula executa Core 1.12 estável.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8781CD41-D53A-4ABB-B362-CA46E709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DF913AE-9977-4515-B649-1856093E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5CA98C3-29CB-4198-A2F6-0638ACA2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53D3F4F-96CD-4C65-A0CD-6113574F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F9075B5-FF86-4987-B90E-D26AE09E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76513112-E72A-49A5-B744-D6905D1F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35DF4B-25A0-4CE8-A3A8-FADCFC3C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17/18</a:t>
            </a:r>
          </a:p>
        </p:txBody>
      </p:sp>
    </p:spTree>
    <p:extLst>
      <p:ext uri="{BB962C8B-B14F-4D97-AF65-F5344CB8AC3E}">
        <p14:creationId xmlns:p14="http://schemas.microsoft.com/office/powerpoint/2010/main" val="6287195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CF20A49D-E786-43FC-946D-DB771FB5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B1550B3B-DC32-4522-A464-265FE262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Execute doctor, setup e checkpoint 01 antes de avançar.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B156DB49-CCB1-4539-9E77-EC53DC52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3830923F-5E8C-4B2D-BE08-1DC9554C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F748110-85A0-4CED-8E64-752A854A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CD071EC0-458B-44B1-AD89-F7E9663F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642B5E-7CFB-4260-88AB-87D71A3E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18/18</a:t>
            </a:r>
          </a:p>
        </p:txBody>
      </p:sp>
    </p:spTree>
    <p:extLst>
      <p:ext uri="{BB962C8B-B14F-4D97-AF65-F5344CB8AC3E}">
        <p14:creationId xmlns:p14="http://schemas.microsoft.com/office/powerpoint/2010/main" val="5286280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2026-09-02T00:42:39.8050000Z</dcterms:created>
  <dcterms:modified xsi:type="dcterms:W3CDTF">2026-09-02T00:42:39.8050000Z</dcterms:modified>
</coreProperties>
</file>