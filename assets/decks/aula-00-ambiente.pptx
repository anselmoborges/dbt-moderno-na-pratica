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c64508ded74692" /><Relationship Type="http://schemas.openxmlformats.org/officeDocument/2006/relationships/extended-properties" Target="/docProps/app.xml" Id="R3d1742e94f274fb0" /><Relationship Type="http://schemas.openxmlformats.org/officeDocument/2006/relationships/officeDocument" Target="/ppt/presentation.xml" Id="Rcf1f6a6b4e1d4e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df756852eb4a42"/>
    <p:sldMasterId xmlns:r="http://schemas.openxmlformats.org/officeDocument/2006/relationships" id="2147483650" r:id="Rd56d015f13274f96"/>
  </p:sldMasterIdLst>
  <p:notesMasterIdLst>
    <p:notesMasterId xmlns:r="http://schemas.openxmlformats.org/officeDocument/2006/relationships" r:id="Rf145efaa8b624fc5"/>
  </p:notesMasterIdLst>
  <p:sldIdLst>
    <p:sldId xmlns:r="http://schemas.openxmlformats.org/officeDocument/2006/relationships" id="256" r:id="R598257d628f04eb2"/>
    <p:sldId xmlns:r="http://schemas.openxmlformats.org/officeDocument/2006/relationships" id="257" r:id="R1c72c6260b964ae4"/>
    <p:sldId xmlns:r="http://schemas.openxmlformats.org/officeDocument/2006/relationships" id="258" r:id="R43b0f2cbb6b846f1"/>
    <p:sldId xmlns:r="http://schemas.openxmlformats.org/officeDocument/2006/relationships" id="259" r:id="Rfd27a0f0a1334be9"/>
    <p:sldId xmlns:r="http://schemas.openxmlformats.org/officeDocument/2006/relationships" id="260" r:id="R096a49cccc80432f"/>
    <p:sldId xmlns:r="http://schemas.openxmlformats.org/officeDocument/2006/relationships" id="261" r:id="Raad7281d8030418b"/>
    <p:sldId xmlns:r="http://schemas.openxmlformats.org/officeDocument/2006/relationships" id="262" r:id="R56fe5049679e4cf0"/>
    <p:sldId xmlns:r="http://schemas.openxmlformats.org/officeDocument/2006/relationships" id="263" r:id="R222ba59fdd4144ef"/>
    <p:sldId xmlns:r="http://schemas.openxmlformats.org/officeDocument/2006/relationships" id="264" r:id="R378320da6ac1477b"/>
    <p:sldId xmlns:r="http://schemas.openxmlformats.org/officeDocument/2006/relationships" id="265" r:id="Ra79e06bdac584763"/>
    <p:sldId xmlns:r="http://schemas.openxmlformats.org/officeDocument/2006/relationships" id="266" r:id="R2f91e56e75694ec8"/>
    <p:sldId xmlns:r="http://schemas.openxmlformats.org/officeDocument/2006/relationships" id="267" r:id="Rcd50333d4aad469d"/>
    <p:sldId xmlns:r="http://schemas.openxmlformats.org/officeDocument/2006/relationships" id="268" r:id="R886512bd4f7f45b5"/>
    <p:sldId xmlns:r="http://schemas.openxmlformats.org/officeDocument/2006/relationships" id="269" r:id="Rc824342c927643d0"/>
    <p:sldId xmlns:r="http://schemas.openxmlformats.org/officeDocument/2006/relationships" id="270" r:id="R85f2e4329dee4ce5"/>
    <p:sldId xmlns:r="http://schemas.openxmlformats.org/officeDocument/2006/relationships" id="271" r:id="R6c27c2e0a467478f"/>
    <p:sldId xmlns:r="http://schemas.openxmlformats.org/officeDocument/2006/relationships" id="272" r:id="Rc8d3b7b28fe24767"/>
    <p:sldId xmlns:r="http://schemas.openxmlformats.org/officeDocument/2006/relationships" id="273" r:id="R6dec51814432475b"/>
    <p:sldId xmlns:r="http://schemas.openxmlformats.org/officeDocument/2006/relationships" id="274" r:id="R58bb461460bc4405"/>
    <p:sldId xmlns:r="http://schemas.openxmlformats.org/officeDocument/2006/relationships" id="275" r:id="Rbef5bf8cb0f54770"/>
    <p:sldId xmlns:r="http://schemas.openxmlformats.org/officeDocument/2006/relationships" id="276" r:id="R9b596c8f01024046"/>
    <p:sldId xmlns:r="http://schemas.openxmlformats.org/officeDocument/2006/relationships" id="277" r:id="R1e87f65560d4415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508b2dad464486" /><Relationship Type="http://schemas.openxmlformats.org/officeDocument/2006/relationships/slideMaster" Target="/ppt/slideMasters/slideMaster1.xml" Id="R2cdf756852eb4a42" /><Relationship Type="http://schemas.openxmlformats.org/officeDocument/2006/relationships/slideMaster" Target="/ppt/slideMasters/slideMaster2.xml" Id="Rd56d015f13274f96" /><Relationship Type="http://schemas.openxmlformats.org/officeDocument/2006/relationships/notesMaster" Target="/ppt/notesMasters/notesMaster1.xml" Id="Rf145efaa8b624fc5" /><Relationship Type="http://schemas.openxmlformats.org/officeDocument/2006/relationships/presProps" Target="/ppt/presProps.xml" Id="R08e47671bc6d4f33" /><Relationship Type="http://schemas.openxmlformats.org/officeDocument/2006/relationships/tableStyles" Target="/ppt/tableStyles.xml" Id="R9f55b64b57024aef" /><Relationship Type="http://schemas.openxmlformats.org/officeDocument/2006/relationships/slide" Target="/ppt/slides/slide1.xml" Id="R598257d628f04eb2" /><Relationship Type="http://schemas.openxmlformats.org/officeDocument/2006/relationships/slide" Target="/ppt/slides/slide2.xml" Id="R1c72c6260b964ae4" /><Relationship Type="http://schemas.openxmlformats.org/officeDocument/2006/relationships/slide" Target="/ppt/slides/slide3.xml" Id="R43b0f2cbb6b846f1" /><Relationship Type="http://schemas.openxmlformats.org/officeDocument/2006/relationships/slide" Target="/ppt/slides/slide4.xml" Id="Rfd27a0f0a1334be9" /><Relationship Type="http://schemas.openxmlformats.org/officeDocument/2006/relationships/slide" Target="/ppt/slides/slide5.xml" Id="R096a49cccc80432f" /><Relationship Type="http://schemas.openxmlformats.org/officeDocument/2006/relationships/slide" Target="/ppt/slides/slide6.xml" Id="Raad7281d8030418b" /><Relationship Type="http://schemas.openxmlformats.org/officeDocument/2006/relationships/slide" Target="/ppt/slides/slide7.xml" Id="R56fe5049679e4cf0" /><Relationship Type="http://schemas.openxmlformats.org/officeDocument/2006/relationships/slide" Target="/ppt/slides/slide8.xml" Id="R222ba59fdd4144ef" /><Relationship Type="http://schemas.openxmlformats.org/officeDocument/2006/relationships/slide" Target="/ppt/slides/slide9.xml" Id="R378320da6ac1477b" /><Relationship Type="http://schemas.openxmlformats.org/officeDocument/2006/relationships/slide" Target="/ppt/slides/slide10.xml" Id="Ra79e06bdac584763" /><Relationship Type="http://schemas.openxmlformats.org/officeDocument/2006/relationships/slide" Target="/ppt/slides/slide11.xml" Id="R2f91e56e75694ec8" /><Relationship Type="http://schemas.openxmlformats.org/officeDocument/2006/relationships/slide" Target="/ppt/slides/slide12.xml" Id="Rcd50333d4aad469d" /><Relationship Type="http://schemas.openxmlformats.org/officeDocument/2006/relationships/slide" Target="/ppt/slides/slide13.xml" Id="R886512bd4f7f45b5" /><Relationship Type="http://schemas.openxmlformats.org/officeDocument/2006/relationships/slide" Target="/ppt/slides/slide14.xml" Id="Rc824342c927643d0" /><Relationship Type="http://schemas.openxmlformats.org/officeDocument/2006/relationships/slide" Target="/ppt/slides/slide15.xml" Id="R85f2e4329dee4ce5" /><Relationship Type="http://schemas.openxmlformats.org/officeDocument/2006/relationships/slide" Target="/ppt/slides/slide16.xml" Id="R6c27c2e0a467478f" /><Relationship Type="http://schemas.openxmlformats.org/officeDocument/2006/relationships/slide" Target="/ppt/slides/slide17.xml" Id="Rc8d3b7b28fe24767" /><Relationship Type="http://schemas.openxmlformats.org/officeDocument/2006/relationships/slide" Target="/ppt/slides/slide18.xml" Id="R6dec51814432475b" /><Relationship Type="http://schemas.openxmlformats.org/officeDocument/2006/relationships/slide" Target="/ppt/slides/slide19.xml" Id="R58bb461460bc4405" /><Relationship Type="http://schemas.openxmlformats.org/officeDocument/2006/relationships/slide" Target="/ppt/slides/slide20.xml" Id="Rbef5bf8cb0f54770" /><Relationship Type="http://schemas.openxmlformats.org/officeDocument/2006/relationships/slide" Target="/ppt/slides/slide21.xml" Id="R9b596c8f01024046" /><Relationship Type="http://schemas.openxmlformats.org/officeDocument/2006/relationships/slide" Target="/ppt/slides/slide22.xml" Id="R1e87f65560d441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e0c530ce13e545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f88403a7fa4085" /><Relationship Type="http://schemas.openxmlformats.org/officeDocument/2006/relationships/notesMaster" Target="/ppt/notesMasters/notesMaster1.xml" Id="R573bda6eb56c49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ed826c575b4829" /><Relationship Type="http://schemas.openxmlformats.org/officeDocument/2006/relationships/notesMaster" Target="/ppt/notesMasters/notesMaster1.xml" Id="Rb50150169b704c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8b0dd1da654ef4" /><Relationship Type="http://schemas.openxmlformats.org/officeDocument/2006/relationships/notesMaster" Target="/ppt/notesMasters/notesMaster1.xml" Id="Rbe754d181ae548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d04984d9f84d45" /><Relationship Type="http://schemas.openxmlformats.org/officeDocument/2006/relationships/notesMaster" Target="/ppt/notesMasters/notesMaster1.xml" Id="Rde1263c264b1460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c408815e4e47e5" /><Relationship Type="http://schemas.openxmlformats.org/officeDocument/2006/relationships/notesMaster" Target="/ppt/notesMasters/notesMaster1.xml" Id="R3831c21429b544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f5d8dac9fd4915" /><Relationship Type="http://schemas.openxmlformats.org/officeDocument/2006/relationships/notesMaster" Target="/ppt/notesMasters/notesMaster1.xml" Id="Rfcfaa8ab143e4c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744226c12045b4" /><Relationship Type="http://schemas.openxmlformats.org/officeDocument/2006/relationships/notesMaster" Target="/ppt/notesMasters/notesMaster1.xml" Id="Rb212f7ede90f45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3bb989bd2644fe6" /><Relationship Type="http://schemas.openxmlformats.org/officeDocument/2006/relationships/notesMaster" Target="/ppt/notesMasters/notesMaster1.xml" Id="R0a1e580f6329442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fe7108f3d8431c" /><Relationship Type="http://schemas.openxmlformats.org/officeDocument/2006/relationships/notesMaster" Target="/ppt/notesMasters/notesMaster1.xml" Id="Rf90d604c7c9041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006ffb898d944fa" /><Relationship Type="http://schemas.openxmlformats.org/officeDocument/2006/relationships/notesMaster" Target="/ppt/notesMasters/notesMaster1.xml" Id="R01a095e762de411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3a0ba1e5c664910" /><Relationship Type="http://schemas.openxmlformats.org/officeDocument/2006/relationships/notesMaster" Target="/ppt/notesMasters/notesMaster1.xml" Id="R9e872ee039fa42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7533402f59e45d2" /><Relationship Type="http://schemas.openxmlformats.org/officeDocument/2006/relationships/notesMaster" Target="/ppt/notesMasters/notesMaster1.xml" Id="R91d2c45704a44dd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e7bc68b252d4b36" /><Relationship Type="http://schemas.openxmlformats.org/officeDocument/2006/relationships/notesMaster" Target="/ppt/notesMasters/notesMaster1.xml" Id="R2a328eb84e3c44b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4be7d5f79ff4925" /><Relationship Type="http://schemas.openxmlformats.org/officeDocument/2006/relationships/notesMaster" Target="/ppt/notesMasters/notesMaster1.xml" Id="R3d31f2965e2b46c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fe395b11ef94f86" /><Relationship Type="http://schemas.openxmlformats.org/officeDocument/2006/relationships/notesMaster" Target="/ppt/notesMasters/notesMaster1.xml" Id="Ra764e0a028254df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7d0876dff2a4483" /><Relationship Type="http://schemas.openxmlformats.org/officeDocument/2006/relationships/notesMaster" Target="/ppt/notesMasters/notesMaster1.xml" Id="R16ad16163813455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da019efddd34008" /><Relationship Type="http://schemas.openxmlformats.org/officeDocument/2006/relationships/notesMaster" Target="/ppt/notesMasters/notesMaster1.xml" Id="R9adff59a91c64dd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4e437fe312b4a81" /><Relationship Type="http://schemas.openxmlformats.org/officeDocument/2006/relationships/notesMaster" Target="/ppt/notesMasters/notesMaster1.xml" Id="R659a1c79d5694c9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8da6789065a493f" /><Relationship Type="http://schemas.openxmlformats.org/officeDocument/2006/relationships/notesMaster" Target="/ppt/notesMasters/notesMaster1.xml" Id="Rca9de11427da4e6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6459ae13e514d5e" /><Relationship Type="http://schemas.openxmlformats.org/officeDocument/2006/relationships/notesMaster" Target="/ppt/notesMasters/notesMaster1.xml" Id="R3c3a0df7cf2b498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d5afe50427c4f0a" /><Relationship Type="http://schemas.openxmlformats.org/officeDocument/2006/relationships/notesMaster" Target="/ppt/notesMasters/notesMaster1.xml" Id="R0fb5085fa193481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ab1562a53d8455b" /><Relationship Type="http://schemas.openxmlformats.org/officeDocument/2006/relationships/notesMaster" Target="/ppt/notesMasters/notesMaster1.xml" Id="R95ee1c9a48dc4a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à aula 0 do dbt Moderno na Prática. Hoje vamos trabalhar o tema “Prepare seu laboratório dbt no Codespaces”. Rota recomendada no navegador; instalação local continua disponível.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01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“Um ambiente padronizado reduz o suporte e deixa a aula começar pelo dbt — não pela instalação.”.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Um ambiente padronizado reduz o suporte e deixa a aula começar pelo dbt — não pela instalação.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criar um Codespace 2-core, Validar o setup automático e Fechar o checkpoint 01.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“SQL básico basta para começar”.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Terminal, Git, Python e dbt entram passo a passo. Para tornar isso concreto, observe SELECT, JOIN, GROUP BY, SUM e COUNT, Nenhuma experiência prévia com dbt e Comandos completos em todas as aulas.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“Codespaces é a rota recomendada”.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Code → Codespaces → Create codespace on main abre o laboratório no navegador. Para tornar isso concreto, observe conta pessoal GitHub, Sem instalar Python ou Git e Mesmo ambiente para todos.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“Codespaces é a rota recomendada”.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Code → Codespaces → Create codespace on main abre o laboratório no navegador. Siga a composição na ordem mostrada e conecte os elementos principais. A imagem ou o fluxo não cria uma regra nova; ele torna visível a relação que acabamos de explicar. A figura é identificada como captura sanitizada do GitHub.com — 2026-09-01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“2-core preserva a franquia gratuita”.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https://github.com/AnselmoBorges/dbt-moderno-na-pratica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GitHub Free inclui 120 core-hours e 15 GB-mês; em 2-core, são cerca de 60 horas ativas. Para tornar isso concreto, observe branch main, Dev container do curso, Máquina 2-core e Pare o ambiente ao terminar.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“2-core preserva a franquia gratuita”.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GitHub Free inclui 120 core-hours e 15 GB-mês; em 2-core, são cerca de 60 horas ativas. Siga a composição na ordem mostrada e conecte os elementos principais. A imagem ou o fluxo não cria uma regra nova; ele torna visível a relação que acabamos de explicar. A figura é identificada como captura sanitizada do GitHub.com — 2026-09-01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repositório restaura o ambiente”.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https://github.com/codespaces/new?hide_repo_select=true&amp;ref=main&amp;repo=1354054687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Setup instala uma vez; a reabertura restaura PATH, profile e caminhos detectados. Para tornar isso concreto, observe python 3.12 fixado, dbt Core 1.12.3, DuckDB 1.5.5 e Sem ativação manual.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repositório restaura o ambiente”.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Setup instala uma vez; a reabertura restaura PATH, profile e caminhos detectados. Siga a composição na ordem mostrada e conecte create, setup, paths e checkpoint.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“Parar evita consumo de processamento”.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Stop codespace interrompe core-hours; armazenamento continua até excluir o ambiente. Para tornar isso concreto, observe pare ao terminar cada aula, Reabra o mesmo ambiente e Exclua quando não precisar dos arquivos.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“Parar evita consumo de processamento”.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Stop codespace interrompe core-hours; armazenamento continua até excluir o ambiente. Siga a composição na ordem mostrada e conecte os elementos principais. A imagem ou o fluxo não cria uma regra nova; ele torna visível a relação que acabamos de explicar. A figura é identificada como gitHub Docs — CC BY 4.0 — commit 484d28e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“Explore a cópia do banco no navegador”.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https://github.com/github/docs/blob/484d28e95db7c592c368da359ff1a9fecb08a08a/assets/images/help/codespaces/stop-codespace-webui.png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DuckDB UI abre na porta privada 4213 sem bloquear nem modificar o banco usado pelo dbt. Para tornar isso concreto, observe execute depois do checkpoint, Mantenha o terminal aberto e Ctrl+C encerra e permite atualizar.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“Explore a cópia do banco no navegador”.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DuckDB UI abre na porta privada 4213 sem bloquear nem modificar o banco usado pelo dbt. Siga a composição na ordem mostrada e conecte dbt build, snapshot, DuckDB UI e navegador.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paths, depois python course.py checkpoint 01, depois python course.py data-ui.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dbt e DuckDB do ambiente isolado, Seeds e artifacts executados e DuckDB UI na porta privada 4213.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Checkpoint 01 OK + exploração gráfica opcional. Esse resultado confirma que a etapa executada produziu a evidência esperada para o checkpoint 01.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ambiente versionado, FinOps: 2-core + stop e IA: nenhuma chave necessária.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“46 recursos”.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46 recursos: baseline dbt validado localmente. O número ajuda a dimensionar o exemplo, mas precisa ser lido com a ressalva correta. Resultado do laboratório, não benchmark de produção.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codespaces exige internet e conta pessoal GitHub, Franquias e cobrança podem mudar, DuckDB UI instala a extensão no primeiro uso e Instalação local permanece disponível.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Core 2.0 e Fusion ficam apenas no Radar; a aula executa Core 1.12 estável.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Abra o Codespace em 2-core, confira paths, execute checkpoint 01, explore a UI e pare ao terminar.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da aula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https://docs.github.com/en/codespaces/developing-in-a-codespace/creating-a-codespace-for-a-repository</a:t>
            </a:r>
          </a:p>
          <a:p xmlns:a="http://schemas.openxmlformats.org/drawingml/2006/main">
            <a:r>
              <a:t>- https://docs.github.com/en/billing/concepts/product-billing/github-codespaces</a:t>
            </a:r>
          </a:p>
          <a:p xmlns:a="http://schemas.openxmlformats.org/drawingml/2006/main">
            <a:r>
              <a:t>- https://docs.github.com/en/codespaces/troubleshooting/troubleshooting-included-usage</a:t>
            </a:r>
          </a:p>
          <a:p xmlns:a="http://schemas.openxmlformats.org/drawingml/2006/main">
            <a:r>
              <a:t>- https://docs.github.com/en/codespaces/developing-in-a-codespace/stopping-and-starting-a-codespace</a:t>
            </a:r>
          </a:p>
          <a:p xmlns:a="http://schemas.openxmlformats.org/drawingml/2006/main">
            <a:r>
              <a:t>- https://docs.github.com/en/codespaces/reference/security-in-github-codespaces</a:t>
            </a:r>
          </a:p>
          <a:p xmlns:a="http://schemas.openxmlformats.org/drawingml/2006/main">
            <a:r>
              <a:t>- https://duckdb.org/docs/current/core_extensions/ui</a:t>
            </a:r>
          </a:p>
          <a:p xmlns:a="http://schemas.openxmlformats.org/drawingml/2006/main">
            <a:r>
              <a:t>- https://docs.getdbt.com/guides/manual-install?step=1</a:t>
            </a:r>
          </a:p>
          <a:p xmlns:a="http://schemas.openxmlformats.org/drawingml/2006/main">
            <a:r>
              <a:t>- https://github.com/dbt-labs/jaffle_shop_duckdb</a:t>
            </a:r>
          </a:p>
          <a:p xmlns:a="http://schemas.openxmlformats.org/drawingml/2006/main">
            <a:r>
              <a:t>- https://github.com/AnselmoBorges/dbt-moderno-na-pratica/blob/main/roteiros/aula-00-ambiente.md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b5825e3bf2441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272eb51e38d4d3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e12d611a01d443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f1124e54504f28" /><Relationship Type="http://schemas.openxmlformats.org/officeDocument/2006/relationships/slideLayout" Target="/ppt/slideLayouts/slideLayout1.xml" Id="R8db020e79576446a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cf33925e9a654f32" /><Relationship Type="http://schemas.openxmlformats.org/officeDocument/2006/relationships/slideLayout" Target="/ppt/slideLayouts/slideLayout2.xml" Id="Re69c1d9c70d34e47" /><Relationship Type="http://schemas.openxmlformats.org/officeDocument/2006/relationships/slideLayout" Target="/ppt/slideLayouts/slideLayout3.xml" Id="R584deff15c944e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b020e7957644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e69c1d9c70d34e47"/>
    <p:sldLayoutId xmlns:r="http://schemas.openxmlformats.org/officeDocument/2006/relationships" id="2147483652" r:id="R584deff15c944e8b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8ff404c8b224115" /><Relationship Type="http://schemas.openxmlformats.org/officeDocument/2006/relationships/image" Target="/ppt/media/image.jpeg" Id="Ra2c06dba5c8d4e87" /><Relationship Type="http://schemas.openxmlformats.org/officeDocument/2006/relationships/notesSlide" Target="/ppt/notesSlides/notesSlide1.xml" Id="Rc9de51350c4d44b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5524c050d904c1c" /><Relationship Type="http://schemas.openxmlformats.org/officeDocument/2006/relationships/image" Target="/ppt/media/image.png" Id="R94af854042ce47f2" /><Relationship Type="http://schemas.openxmlformats.org/officeDocument/2006/relationships/notesSlide" Target="/ppt/notesSlides/notesSlide2.xml" Id="Rb565a3f5abc64d6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df2d6576584860" /><Relationship Type="http://schemas.openxmlformats.org/officeDocument/2006/relationships/notesSlide" Target="/ppt/notesSlides/notesSlide3.xml" Id="R4e94c27af04a43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52fbf6ae6d464e" /><Relationship Type="http://schemas.openxmlformats.org/officeDocument/2006/relationships/notesSlide" Target="/ppt/notesSlides/notesSlide4.xml" Id="R974e17104f2e4d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543d5f7ff3c4661" /><Relationship Type="http://schemas.openxmlformats.org/officeDocument/2006/relationships/notesSlide" Target="/ppt/notesSlides/notesSlide5.xml" Id="R87d513d7bdb342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db5a6ff7d742b7" /><Relationship Type="http://schemas.openxmlformats.org/officeDocument/2006/relationships/image" Target="/ppt/media/image2.png" Id="R326f346a1b954541" /><Relationship Type="http://schemas.openxmlformats.org/officeDocument/2006/relationships/notesSlide" Target="/ppt/notesSlides/notesSlide6.xml" Id="R382944de0c7842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34b8cb6a2d46fd" /><Relationship Type="http://schemas.openxmlformats.org/officeDocument/2006/relationships/notesSlide" Target="/ppt/notesSlides/notesSlide7.xml" Id="R8add6b20917f4a4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2d1b95b3e7644af" /><Relationship Type="http://schemas.openxmlformats.org/officeDocument/2006/relationships/image" Target="/ppt/media/image3.png" Id="Rb8f5d1c562d049fd" /><Relationship Type="http://schemas.openxmlformats.org/officeDocument/2006/relationships/notesSlide" Target="/ppt/notesSlides/notesSlide8.xml" Id="R6025a24f8cc84d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f833e92367f4566" /><Relationship Type="http://schemas.openxmlformats.org/officeDocument/2006/relationships/notesSlide" Target="/ppt/notesSlides/notesSlide9.xml" Id="Rd0ca743a80a8496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70d7bd5f7a4a77" /><Relationship Type="http://schemas.openxmlformats.org/officeDocument/2006/relationships/notesSlide" Target="/ppt/notesSlides/notesSlide10.xml" Id="R0702d094e0724b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adfe2d6b794873" /><Relationship Type="http://schemas.openxmlformats.org/officeDocument/2006/relationships/notesSlide" Target="/ppt/notesSlides/notesSlide11.xml" Id="R99707a39ff58438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f4577af973a4227" /><Relationship Type="http://schemas.openxmlformats.org/officeDocument/2006/relationships/image" Target="/ppt/media/image4.png" Id="Rc463f8076f48410f" /><Relationship Type="http://schemas.openxmlformats.org/officeDocument/2006/relationships/notesSlide" Target="/ppt/notesSlides/notesSlide12.xml" Id="Rade53a81038245b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e0c6cdf306f4136" /><Relationship Type="http://schemas.openxmlformats.org/officeDocument/2006/relationships/notesSlide" Target="/ppt/notesSlides/notesSlide13.xml" Id="R3b3335bee5b9440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7f6ebd16024e1c" /><Relationship Type="http://schemas.openxmlformats.org/officeDocument/2006/relationships/notesSlide" Target="/ppt/notesSlides/notesSlide14.xml" Id="R0969dc1105894c3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7577637c424b76" /><Relationship Type="http://schemas.openxmlformats.org/officeDocument/2006/relationships/notesSlide" Target="/ppt/notesSlides/notesSlide15.xml" Id="R3ede7cf3c1114e6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890a1026dde46e1" /><Relationship Type="http://schemas.openxmlformats.org/officeDocument/2006/relationships/notesSlide" Target="/ppt/notesSlides/notesSlide16.xml" Id="Re68c4d7ab8bf419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c856103638492a" /><Relationship Type="http://schemas.openxmlformats.org/officeDocument/2006/relationships/notesSlide" Target="/ppt/notesSlides/notesSlide17.xml" Id="R5786727b99b5483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cc39e47559c4eb1" /><Relationship Type="http://schemas.openxmlformats.org/officeDocument/2006/relationships/notesSlide" Target="/ppt/notesSlides/notesSlide18.xml" Id="R8cba0f6d1bdb409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3fb8d922d744b1" /><Relationship Type="http://schemas.openxmlformats.org/officeDocument/2006/relationships/notesSlide" Target="/ppt/notesSlides/notesSlide19.xml" Id="Rde8edbd20e5b46a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8bfe8f9f04b4646" /><Relationship Type="http://schemas.openxmlformats.org/officeDocument/2006/relationships/notesSlide" Target="/ppt/notesSlides/notesSlide20.xml" Id="R57f47f91e5b341f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f295c82a6f4868" /><Relationship Type="http://schemas.openxmlformats.org/officeDocument/2006/relationships/notesSlide" Target="/ppt/notesSlides/notesSlide21.xml" Id="Refc0b42d9b6d4d4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4a3dad17d6f409b" /><Relationship Type="http://schemas.openxmlformats.org/officeDocument/2006/relationships/notesSlide" Target="/ppt/notesSlides/notesSlide22.xml" Id="R11ec407918544ad6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 descr="Ilustração conceitual autoral da capa: AULA 0 — Prepare seu laboratório dbt no Codespaces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c06dba5c8d4e87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78A00156-943C-4DCE-A318-557821383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95513F46-406C-4CAA-BE74-0B7A2429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CF02AC90-1433-4704-B79B-7435365C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AULA 0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8993632-6EE7-4DBC-A519-729BAA418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Prepare seu laboratório dbt no Codespaces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CECE5B1-D43D-4E7B-92D2-975E2E8EF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Rota recomendada no navegador; instalação local continua disponível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C23E8888-1E54-4F62-B822-E11043DE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84B3F8A1-04B9-48FF-ABBB-1418E5CD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01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20393278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B33E20CC-FD47-44D0-BB67-DD7EE9CB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Um ambiente padronizado reduz o suporte e deixa a aula começar pelo dbt — não pela instalação.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0FDDC59C-FA90-41AE-96DA-B56C2A8E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73CFD472-CEE8-42B2-90FA-230D36D4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6AD275CE-8587-47B5-9284-2E731148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6" name="" descr="Diagrama didático autoral que apresenta: Um ambiente padronizado reduz o suporte e deixa a aula começar pelo dbt — não pela instalação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f854042ce47f2"/>
          <a:stretch xmlns:a="http://schemas.openxmlformats.org/drawingml/2006/main"/>
        </p:blipFill>
        <p:spPr>
          <a:xfrm xmlns:a="http://schemas.openxmlformats.org/drawingml/2006/main">
            <a:off x="990600" y="4135697"/>
            <a:ext cx="10210800" cy="872607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9B6017FE-3684-401E-BB53-48C0D104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EAED658-38EC-458A-8F1A-640A5266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61D88E26-17DA-43BE-9581-8215F6E3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BC644F4-5AE8-473B-B399-10FB9226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2/22</a:t>
            </a:r>
          </a:p>
        </p:txBody>
      </p:sp>
    </p:spTree>
    <p:extLst>
      <p:ext uri="{BB962C8B-B14F-4D97-AF65-F5344CB8AC3E}">
        <p14:creationId xmlns:p14="http://schemas.microsoft.com/office/powerpoint/2010/main" val="731638468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DF6763B-A9A5-4FBD-9BAD-0A9F2921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87177341-1B6F-4841-A89B-3DDCF9EF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F48B1242-826B-4544-92A6-1845C74F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Criar um Codespace 2-core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497B69DB-5A11-458E-88F9-05384E711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4DA6ED3F-BE11-45EF-8AAD-915F34AB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5F4D8E54-88C9-4EAD-BC86-6AFEF9B7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Validar o setup automático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EEA1CFF9-6F64-4593-9B17-B43F27E3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0F810D4E-CA3C-4991-A726-44819649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3434BCC5-E8F7-4139-A64B-B9769DB6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Fechar o checkpoint 01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353D0FB6-A9C3-4331-8052-6AF6FD73A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90829FE-8BA2-42C1-AE91-013BCF0D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5E7BD1C4-C325-4C3B-A90E-55F77FABF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9AA8B3F-5239-43D9-8C1B-F5B2577A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3/22</a:t>
            </a:r>
          </a:p>
        </p:txBody>
      </p:sp>
    </p:spTree>
    <p:extLst>
      <p:ext uri="{BB962C8B-B14F-4D97-AF65-F5344CB8AC3E}">
        <p14:creationId xmlns:p14="http://schemas.microsoft.com/office/powerpoint/2010/main" val="1594604825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997CB6-7E5B-4F4E-90A2-B3181001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SQL básico basta para começar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AFF1837-DBBE-43EA-AD2F-AB42A967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Terminal, Git, Python e dbt entram passo a passo.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CDDA3CB1-92A1-4486-BA44-A15539BB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SELECT, JOIN, GROUP BY, SUM e COUNT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Nenhuma experiência prévia com dbt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Comandos completos em todas as aulas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9B00E16-4F96-4D4C-86B9-F8036218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E2DF7569-4E9A-44AF-B623-91F0CB04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1342FDE-4A49-45ED-A7C6-9A0FB0ED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3428A287-6DF4-4C7B-BE28-372ADFF7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05A1B23-B3B3-4FCE-8645-F8010F5C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83DF2ABE-4A6F-401A-854A-C40B8F24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4FEB41A-B53E-432E-81CD-577004B5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4/22</a:t>
            </a:r>
          </a:p>
        </p:txBody>
      </p:sp>
    </p:spTree>
    <p:extLst>
      <p:ext uri="{BB962C8B-B14F-4D97-AF65-F5344CB8AC3E}">
        <p14:creationId xmlns:p14="http://schemas.microsoft.com/office/powerpoint/2010/main" val="20931978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4B08C6-15BA-45F0-ADF0-1FB282CF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Codespaces é a rota recomendada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D8DE731-3496-4503-A905-002B0E8C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Code → Codespaces → Create codespace on main abre o laboratório no navegador.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016324DB-62C3-4195-B2AA-C86927C9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Conta pessoal GitHub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Sem instalar Python ou Git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Mesmo ambiente para todos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FCD3574-DF06-46F4-A659-CDCF3632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A7E43C83-C407-421B-B4DA-5A8FD94A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95641522-B7BD-41A2-8495-FC495A02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DAE307DF-3C01-41AE-8DF9-BA2F0E48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4E5AB48-6A1F-4B8F-910B-AFA68468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F78557A4-C677-41D0-ABF3-A1795260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D0B3884-E153-4309-AB4A-76EC7CE5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5/22</a:t>
            </a:r>
          </a:p>
        </p:txBody>
      </p:sp>
    </p:spTree>
    <p:extLst>
      <p:ext uri="{BB962C8B-B14F-4D97-AF65-F5344CB8AC3E}">
        <p14:creationId xmlns:p14="http://schemas.microsoft.com/office/powerpoint/2010/main" val="1531820784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B0E79D-F99B-489E-A35B-C7E48A95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Codespaces é a rota recomendada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BFA0B6C8-1EE6-46C6-A9EE-20605E918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Code → Codespaces → Create codespace on main abre o laboratório no navegador.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550CEB68-11CA-43F2-9555-C00C61EF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Codespaces é a rota recomendada — Code → Codespaces → Create codespace on main abre o laboratório no navegador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f346a1b954541"/>
          <a:stretch xmlns:a="http://schemas.openxmlformats.org/drawingml/2006/main"/>
        </p:blipFill>
        <p:spPr>
          <a:xfrm xmlns:a="http://schemas.openxmlformats.org/drawingml/2006/main">
            <a:off x="6464152" y="1809750"/>
            <a:ext cx="3721395" cy="3333750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AD96B82B-E388-4606-AAC5-7FD05C99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Captura sanitizada do GitHub.com — 2026-09-01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2129B35A-63E3-4A01-BD6E-3DBD50BC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F94E938-934D-427C-9467-86E546CF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881FD1F0-BAF5-4449-A6EC-19F4821DF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5566D0F-98E0-45D1-9DEB-8DB203E8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6/22</a:t>
            </a:r>
          </a:p>
        </p:txBody>
      </p:sp>
    </p:spTree>
    <p:extLst>
      <p:ext uri="{BB962C8B-B14F-4D97-AF65-F5344CB8AC3E}">
        <p14:creationId xmlns:p14="http://schemas.microsoft.com/office/powerpoint/2010/main" val="1473119199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8EAC34F-4E31-42E9-A421-4CFF88A13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2-core preserva a franquia gratuita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258FEB1-A662-41F6-B2C5-687AF179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GitHub Free inclui 120 core-hours e 15 GB-mês; em 2-core, são cerca de 60 horas ativas.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D2F822F8-4A9E-4246-B52D-5BDD3D3C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Branch main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Dev container do curso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Máquina 2-core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Pare o ambiente ao terminar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B4A87DDC-1F9F-4CE4-9284-9AEA047E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23D38CB9-9B9E-4B50-9F9C-F5EA1D6B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241E1676-B501-4197-8971-9F2B97E4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E6D4EEB1-BED5-45A6-BA37-E59FD19B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0550AE6-6983-430F-B788-A3F51ED1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299E9AD1-5899-4193-B57D-BB4AF4AC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82E1A82-8335-483D-9A75-F279B7B1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7/22</a:t>
            </a:r>
          </a:p>
        </p:txBody>
      </p:sp>
    </p:spTree>
    <p:extLst>
      <p:ext uri="{BB962C8B-B14F-4D97-AF65-F5344CB8AC3E}">
        <p14:creationId xmlns:p14="http://schemas.microsoft.com/office/powerpoint/2010/main" val="12854278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0BA1BC-C99A-473C-98A7-41D667E8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2-core preserva a franquia gratuita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53912B23-77A1-40D8-871E-29FF0C4A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GitHub Free inclui 120 core-hours e 15 GB-mês; em 2-core, são cerca de 60 horas ativas.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0B0E71C5-4CC1-478B-B4B3-534C0C62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5" name="" descr="Figura oficial da documentação dbt usada para explicar: 2-core preserva a franquia gratuita — GitHub Free inclui 120 core-hours e 15 GB-mês; em 2-core, são cerca de 60 horas ativa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f5d1c562d049fd"/>
          <a:stretch xmlns:a="http://schemas.openxmlformats.org/drawingml/2006/main"/>
        </p:blipFill>
        <p:spPr>
          <a:xfrm xmlns:a="http://schemas.openxmlformats.org/drawingml/2006/main">
            <a:off x="5429250" y="2148056"/>
            <a:ext cx="5791200" cy="2657139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1ACC9251-C710-40D0-B484-93BB18DE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Captura sanitizada do GitHub.com — 2026-09-01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B89A6885-4B55-49D2-8AAF-AEF1CDD51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60BD1E4-AB8E-41DF-A0A9-0D57483A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99271A77-FBC3-40BE-993D-B5FC85BA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4E50B0-FCB5-4153-B42B-12E56FC4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8/22</a:t>
            </a:r>
          </a:p>
        </p:txBody>
      </p:sp>
    </p:spTree>
    <p:extLst>
      <p:ext uri="{BB962C8B-B14F-4D97-AF65-F5344CB8AC3E}">
        <p14:creationId xmlns:p14="http://schemas.microsoft.com/office/powerpoint/2010/main" val="6457603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DB436E-7AB4-4839-9FB2-E799C8AD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repositório restaura o ambiente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8F05AC6-E130-4EC7-B13E-4E4810C4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Setup instala uma vez; a reabertura restaura PATH, profile e caminhos detectados.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06B808ED-FE4E-4290-AAC5-4A156699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Python 3.12 fixado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dbt Core 1.12.3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DuckDB 1.5.5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Sem ativação manual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39FBEA68-CA35-4024-B162-912431C67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9C30BCC6-BE7B-47EE-9797-7C9ADF7A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75F9E7D3-DC51-4B37-8792-31A1615F4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6F398CB-C54E-4910-B434-061467D8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43ADDCC-26D2-473E-90BA-AB67EACA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B62742BB-EEED-4F83-988C-B8CF73B0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6B48E0-C8F0-4776-B8C2-34524836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9/22</a:t>
            </a:r>
          </a:p>
        </p:txBody>
      </p:sp>
    </p:spTree>
    <p:extLst>
      <p:ext uri="{BB962C8B-B14F-4D97-AF65-F5344CB8AC3E}">
        <p14:creationId xmlns:p14="http://schemas.microsoft.com/office/powerpoint/2010/main" val="196273858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9920752-E5CD-404F-862F-2FA902A2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O repositório restaura o ambiente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FD5CFC25-C8DE-4133-943A-EA1553C6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Create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956F867A-3C8E-4B9D-A0FE-A78D43D9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setup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D51C645F-0CD7-4092-899B-B4FAEA1E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paths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06856412-8C22-4E8F-8FF2-2F2274FA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checkpoint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185AAA6D-BE01-48F5-9916-5C5FB454B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8A0BC67-C0DF-4028-A521-69E24C12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D99FFFAC-2C75-46F6-B08C-ECB9D9F2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D73A6E1-1B23-46C8-A3C0-1D88E6B6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10/22</a:t>
            </a:r>
          </a:p>
        </p:txBody>
      </p:sp>
    </p:spTree>
    <p:extLst>
      <p:ext uri="{BB962C8B-B14F-4D97-AF65-F5344CB8AC3E}">
        <p14:creationId xmlns:p14="http://schemas.microsoft.com/office/powerpoint/2010/main" val="711303951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A95B40-9290-435D-A65E-6253748C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Parar evita consumo de processamento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E8C4CC7-7026-4583-AC6A-2B9A8599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Stop codespace interrompe core-hours; armazenamento continua até excluir o ambiente.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A916832D-7F01-497A-8B65-FAE34C5FA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Pare ao terminar cada aula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Reabra o mesmo ambiente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Exclua quando não precisar dos arquivos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BD7EFD0-28E8-494E-8671-E4EE5F37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7DF440E0-A45F-4884-8155-3187AF34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D3F3C25-0BC8-4634-A10D-A1FE9835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54EA6DD-FA89-4569-95CF-EA559367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978B08C-E0FA-4DC5-A4CA-24EF9BEB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75D8066A-55AD-47EB-9ADC-F9CCCA37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77A3787-7A36-4820-B200-294BC4DF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11/22</a:t>
            </a:r>
          </a:p>
        </p:txBody>
      </p:sp>
    </p:spTree>
    <p:extLst>
      <p:ext uri="{BB962C8B-B14F-4D97-AF65-F5344CB8AC3E}">
        <p14:creationId xmlns:p14="http://schemas.microsoft.com/office/powerpoint/2010/main" val="3838014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F9A520-F08F-4D9E-85D6-B75BC7C0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Parar evita consumo de processamento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D030A6C5-F410-46E9-A61C-409F78B5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Stop codespace interrompe core-hours; armazenamento continua até excluir o ambiente.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24454482-9449-4A68-BD44-169CF465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5" name="" descr="Figura oficial da documentação dbt usada para explicar: Parar evita consumo de processamento — Stop codespace interrompe core-hours; armazenamento continua até excluir o ambiente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63f8076f48410f"/>
          <a:stretch xmlns:a="http://schemas.openxmlformats.org/drawingml/2006/main"/>
        </p:blipFill>
        <p:spPr>
          <a:xfrm xmlns:a="http://schemas.openxmlformats.org/drawingml/2006/main">
            <a:off x="5429250" y="2370007"/>
            <a:ext cx="5791200" cy="2213235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78F64461-DB26-4844-B85F-5CA6756E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GitHub Docs — CC BY 4.0 — commit 484d28e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16B165A4-63DE-4C5F-9E86-FFC06592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D72494F-8D03-47DF-94D2-97D62EE6A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AF46AE38-65A7-4F72-AFD5-FF8FB2CB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CEA44E9-78E8-47CB-A320-6DFD91FA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12/22</a:t>
            </a:r>
          </a:p>
        </p:txBody>
      </p:sp>
    </p:spTree>
    <p:extLst>
      <p:ext uri="{BB962C8B-B14F-4D97-AF65-F5344CB8AC3E}">
        <p14:creationId xmlns:p14="http://schemas.microsoft.com/office/powerpoint/2010/main" val="186788163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FBB80D3-CD58-4E29-AF97-390D5971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Explore a cópia do banco no navegador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845F0E7-A249-48EF-BA34-AFBE3436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DuckDB UI abre na porta privada 4213 sem bloquear nem modificar o banco usado pelo dbt.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23BDA795-FCC8-4AB9-BAB5-8C074EC2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Execute depois do checkpoint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Mantenha o terminal aberto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Ctrl+C encerra e permite atualizar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9D05A191-1E49-41AB-87D3-4F0DD1C9A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33742DF-8B8F-4AFE-9ADA-89640C3E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F9C0487B-8F03-448D-BE9C-F69882C0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06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723F1EC-0E57-4C0E-8EF4-809EB70D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09A9B78-D1BE-47D7-A25B-60566AF7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A030E42-F79C-4787-B439-63F7572B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7B3FD2-03F2-4C3E-854F-16B8BD13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13/22</a:t>
            </a:r>
          </a:p>
        </p:txBody>
      </p:sp>
    </p:spTree>
    <p:extLst>
      <p:ext uri="{BB962C8B-B14F-4D97-AF65-F5344CB8AC3E}">
        <p14:creationId xmlns:p14="http://schemas.microsoft.com/office/powerpoint/2010/main" val="1257307493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78EE93E-2021-4DEC-8E03-C9BBA1390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Explore a cópia do banco no navegador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8E27CE16-1191-4364-ACC8-CE1BD70E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dbt build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011D50B5-1AA5-4352-BDDA-6D05FB7C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snapshot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EFB0E081-A919-4005-A02A-D418FA75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DuckDB UI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63AF95BB-5443-421F-9146-457A5CE4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navegador</a:t>
            </a:r>
          </a:p>
        </p:txBody>
      </p:sp>
      <p:cxnSp>
        <p:nvCxnSpPr>
          <p:cNvPr id="2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7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66E8346F-16B3-40F0-95C4-B8331F63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E9A7DED-9472-480C-9C85-69D840EF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7A454C72-E356-47AC-880E-DB4DE820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764148F-6C1E-42BD-A968-5B11993D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14/22</a:t>
            </a:r>
          </a:p>
        </p:txBody>
      </p:sp>
    </p:spTree>
    <p:extLst>
      <p:ext uri="{BB962C8B-B14F-4D97-AF65-F5344CB8AC3E}">
        <p14:creationId xmlns:p14="http://schemas.microsoft.com/office/powerpoint/2010/main" val="560762889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2AC5E9-C6A8-4CE3-85F5-6F64FB35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02285E99-0936-4913-926B-C28BC54AF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A8FC6898-B120-4D76-BEDD-57009387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paths</a:t>
            </a:r>
          </a:p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01</a:t>
            </a:r>
          </a:p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data-ui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5CC5452B-D51F-4CD7-83B0-565961E9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5F13D0F7-FE02-421C-8ED8-A0CEE45D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98154F5-7A9D-4E37-B4EF-E68CE696C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C96D0AEC-BFCF-4097-8003-3079ADCD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00BAFB2-04DA-45EE-A2C4-19C883B0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15/22</a:t>
            </a:r>
          </a:p>
        </p:txBody>
      </p:sp>
    </p:spTree>
    <p:extLst>
      <p:ext uri="{BB962C8B-B14F-4D97-AF65-F5344CB8AC3E}">
        <p14:creationId xmlns:p14="http://schemas.microsoft.com/office/powerpoint/2010/main" val="55450997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CE5D42A-3154-4096-A28B-7DB123AB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37D9C54D-B372-4264-BBA8-C22E2791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E987139C-FF54-4287-9BC2-93C201F4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dbt e DuckDB do ambiente isolado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DB489D0B-A0F0-491A-B395-CA8D594F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030AEB57-3031-4BE3-BA9E-54AB7469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11523468-ABE7-4FEC-9EE9-10272DF0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Seeds e artifacts executados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7DE5663E-90E1-44C8-9003-95CD9743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2CF2012B-D4FA-48B3-9B1A-3C3ECA2C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10BF5CC6-FBCC-494B-80CF-D91DB5F3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DuckDB UI na porta privada 4213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E65E50EF-9842-474A-9008-A1CF63DD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9A4FAF0-CDEB-41F6-B708-04D34B7B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A63112F2-6551-4DB6-BD5D-F6E6BC31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8535321-4BA7-4325-BAD2-47F175A2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16/22</a:t>
            </a:r>
          </a:p>
        </p:txBody>
      </p:sp>
    </p:spTree>
    <p:extLst>
      <p:ext uri="{BB962C8B-B14F-4D97-AF65-F5344CB8AC3E}">
        <p14:creationId xmlns:p14="http://schemas.microsoft.com/office/powerpoint/2010/main" val="349955144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ED6CD16E-A0A6-4CF0-AC03-3B6DBF15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B2597586-2A9C-44D3-AA09-14FE6FDA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Checkpoint 01 OK + exploração gráfica opcional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5243CF52-BFBD-4374-A3FB-2FEA64FC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01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B8A6709-BDC8-4FF8-BA94-4A37D1A3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FD9CD72E-6B0E-4DE3-A6BB-CBD54C1C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9C33644C-70A3-401F-AEAB-C512D5FA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681B2FF-A943-49EC-A769-9CCFD4A1D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3615772D-1CF6-4DCE-AE1D-E409B939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6803B3D-2228-4E51-AC3B-67C62465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17/22</a:t>
            </a:r>
          </a:p>
        </p:txBody>
      </p:sp>
    </p:spTree>
    <p:extLst>
      <p:ext uri="{BB962C8B-B14F-4D97-AF65-F5344CB8AC3E}">
        <p14:creationId xmlns:p14="http://schemas.microsoft.com/office/powerpoint/2010/main" val="57948717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C63D2BE-B702-44E5-83BB-6A42B21C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769CB97E-3668-4800-84A7-F23E6B5A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40D5F8F8-2B3C-41B3-A26A-9856B0BB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ambiente versionado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DE728F96-DF96-4683-96BE-DE8E1757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A0FB96CB-0D7B-4A07-9CA1-8AB3DA97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AF377FA1-2C0C-4BD0-B5CA-3FED2B3A8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2-core + stop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6E9B0E29-98F0-4846-A8C3-92BA04E59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1C66EB0A-DC36-4FEA-8A18-1825ACD8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83753B0A-AD8D-497E-A546-92ACEFC0D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nenhuma chave necessária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6D0BAA5A-FFFB-48CF-946E-0A95B419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05FB691-A32C-44B0-A861-E6E57FFC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107BA4EB-93DF-4703-B21C-F11621C09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0760E3A-B4EE-4836-8728-CC425FD9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18/22</a:t>
            </a:r>
          </a:p>
        </p:txBody>
      </p:sp>
    </p:spTree>
    <p:extLst>
      <p:ext uri="{BB962C8B-B14F-4D97-AF65-F5344CB8AC3E}">
        <p14:creationId xmlns:p14="http://schemas.microsoft.com/office/powerpoint/2010/main" val="1846487983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CCE0BDDB-0211-4AB9-B82D-0601754F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46 recursos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95A8546C-7DFF-4EE6-AA92-36A6DC44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baseline dbt validado localmente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7D4D59EA-F033-49A9-8DFC-194D71A5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95E51BDC-60DB-4069-B67A-A7FDE7CF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Resultado do laboratório, não benchmark de produção.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F77F048A-461B-4296-987A-D0BADD6C4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33BB4D1-7567-49DC-90B6-976FB6A9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AF7CA0C-F070-4538-B002-847AA6F72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1B1A45C-1FAE-4A50-9DC3-FF4330B2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19/22</a:t>
            </a:r>
          </a:p>
        </p:txBody>
      </p:sp>
    </p:spTree>
    <p:extLst>
      <p:ext uri="{BB962C8B-B14F-4D97-AF65-F5344CB8AC3E}">
        <p14:creationId xmlns:p14="http://schemas.microsoft.com/office/powerpoint/2010/main" val="13979574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C6D3168-297A-43E3-9E26-6C696EE0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43D81298-7C16-476A-95CB-7B9D5B19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Codespaces exige internet e conta pessoal GitHub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Franquias e cobrança podem mudar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DuckDB UI instala a extensão no primeiro uso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Instalação local permanece disponível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849ACCB6-216F-4599-BB15-208B54D6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2693FBA-B016-40EC-979A-F1A26E94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02EF495F-BCAE-484F-B59F-1386CA13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94CDDAD-E281-459A-9B64-2BC2DA45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20/22</a:t>
            </a:r>
          </a:p>
        </p:txBody>
      </p:sp>
    </p:spTree>
    <p:extLst>
      <p:ext uri="{BB962C8B-B14F-4D97-AF65-F5344CB8AC3E}">
        <p14:creationId xmlns:p14="http://schemas.microsoft.com/office/powerpoint/2010/main" val="719168814"/>
      </p:ext>
    </p:extLst>
  </p:cSld>
</p:sld>
</file>

<file path=ppt/slides/slide2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A17BE7F7-5E8A-4538-8606-7B966F3E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57321A7E-3FF2-4538-B173-6FF205B3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Core 2.0 e Fusion ficam apenas no Radar; a aula executa Core 1.12 estável.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368CEB4F-2415-4810-B845-DD6D0F57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FBD90C9-23E5-406B-A22A-5110AA2F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2595EADB-E2F8-4B06-A5DE-F76A938D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0434274B-A4FE-46EA-8E64-64D3C41A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AULA 0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0E8DB29-1D73-46BB-BE3A-2CD3AD12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089500D8-DDE8-4568-B491-73FBCADF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9B00172-0F1A-4AEF-9348-D99AE57F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21/22</a:t>
            </a:r>
          </a:p>
        </p:txBody>
      </p:sp>
    </p:spTree>
    <p:extLst>
      <p:ext uri="{BB962C8B-B14F-4D97-AF65-F5344CB8AC3E}">
        <p14:creationId xmlns:p14="http://schemas.microsoft.com/office/powerpoint/2010/main" val="183026512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96AD9A45-1A4D-4CD2-83FE-9FBEB234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64A16B97-3E63-4410-8946-329E8190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Abra o Codespace em 2-core, confira paths, execute checkpoint 01, explore a UI e pare ao terminar.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9CA67587-1463-47EF-86EA-05B42E49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01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F3971821-34B2-453D-9C29-E9754117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AULA 0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99E8DD1-53C6-4826-8601-879B18B3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26F81E4-9B37-4193-B544-7064D411B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104F694-4CD4-4319-809A-91A8C8F0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22/22</a:t>
            </a:r>
          </a:p>
        </p:txBody>
      </p:sp>
    </p:spTree>
    <p:extLst>
      <p:ext uri="{BB962C8B-B14F-4D97-AF65-F5344CB8AC3E}">
        <p14:creationId xmlns:p14="http://schemas.microsoft.com/office/powerpoint/2010/main" val="13903721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2026-09-02T03:05:00.6090000Z</dcterms:created>
  <dcterms:modified xsi:type="dcterms:W3CDTF">2026-09-02T03:05:00.6090000Z</dcterms:modified>
</coreProperties>
</file>