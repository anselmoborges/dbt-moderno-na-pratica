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66e21beb44f59" /><Relationship Type="http://schemas.openxmlformats.org/officeDocument/2006/relationships/extended-properties" Target="/docProps/app.xml" Id="Rf4b80c06e1b04f7c" /><Relationship Type="http://schemas.openxmlformats.org/officeDocument/2006/relationships/officeDocument" Target="/ppt/presentation.xml" Id="Rd89aa896549b4b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8e5c74006f4fda"/>
    <p:sldMasterId xmlns:r="http://schemas.openxmlformats.org/officeDocument/2006/relationships" id="2147483650" r:id="R56463677da1241c7"/>
  </p:sldMasterIdLst>
  <p:notesMasterIdLst>
    <p:notesMasterId xmlns:r="http://schemas.openxmlformats.org/officeDocument/2006/relationships" r:id="R8a90cfd9da2c4e63"/>
  </p:notesMasterIdLst>
  <p:sldIdLst>
    <p:sldId xmlns:r="http://schemas.openxmlformats.org/officeDocument/2006/relationships" id="256" r:id="R47d9eba7c72a435b"/>
    <p:sldId xmlns:r="http://schemas.openxmlformats.org/officeDocument/2006/relationships" id="257" r:id="Rb8117ad67f724a3e"/>
    <p:sldId xmlns:r="http://schemas.openxmlformats.org/officeDocument/2006/relationships" id="258" r:id="R75f5c4787ff14cf4"/>
    <p:sldId xmlns:r="http://schemas.openxmlformats.org/officeDocument/2006/relationships" id="259" r:id="R317ce55c18ed41cf"/>
    <p:sldId xmlns:r="http://schemas.openxmlformats.org/officeDocument/2006/relationships" id="260" r:id="R9689844fb0c1443a"/>
    <p:sldId xmlns:r="http://schemas.openxmlformats.org/officeDocument/2006/relationships" id="261" r:id="R657560e4f6134070"/>
    <p:sldId xmlns:r="http://schemas.openxmlformats.org/officeDocument/2006/relationships" id="262" r:id="R07582d54d5e44505"/>
    <p:sldId xmlns:r="http://schemas.openxmlformats.org/officeDocument/2006/relationships" id="263" r:id="R1857af12eb464a61"/>
    <p:sldId xmlns:r="http://schemas.openxmlformats.org/officeDocument/2006/relationships" id="264" r:id="R5eb92e5c36864cfb"/>
    <p:sldId xmlns:r="http://schemas.openxmlformats.org/officeDocument/2006/relationships" id="265" r:id="R0805ed57d10a4ba5"/>
    <p:sldId xmlns:r="http://schemas.openxmlformats.org/officeDocument/2006/relationships" id="266" r:id="Rbe1cd650aada49ea"/>
    <p:sldId xmlns:r="http://schemas.openxmlformats.org/officeDocument/2006/relationships" id="267" r:id="Rdb98daea03e349a3"/>
    <p:sldId xmlns:r="http://schemas.openxmlformats.org/officeDocument/2006/relationships" id="268" r:id="R9f11dbf882724b05"/>
    <p:sldId xmlns:r="http://schemas.openxmlformats.org/officeDocument/2006/relationships" id="269" r:id="R21f7a183af5242c7"/>
    <p:sldId xmlns:r="http://schemas.openxmlformats.org/officeDocument/2006/relationships" id="270" r:id="Rdddaee98e00d40ab"/>
    <p:sldId xmlns:r="http://schemas.openxmlformats.org/officeDocument/2006/relationships" id="271" r:id="Rb38f9f7488494e77"/>
    <p:sldId xmlns:r="http://schemas.openxmlformats.org/officeDocument/2006/relationships" id="272" r:id="Rfd850978cc59493b"/>
    <p:sldId xmlns:r="http://schemas.openxmlformats.org/officeDocument/2006/relationships" id="273" r:id="R24754bdf05614c34"/>
    <p:sldId xmlns:r="http://schemas.openxmlformats.org/officeDocument/2006/relationships" id="274" r:id="R7eed9c0917a64d74"/>
    <p:sldId xmlns:r="http://schemas.openxmlformats.org/officeDocument/2006/relationships" id="275" r:id="Rcf85e777f25a430e"/>
    <p:sldId xmlns:r="http://schemas.openxmlformats.org/officeDocument/2006/relationships" id="276" r:id="R544f0d6902584045"/>
    <p:sldId xmlns:r="http://schemas.openxmlformats.org/officeDocument/2006/relationships" id="277" r:id="Ree94058f1b1642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eb6957f9dd43b2" /><Relationship Type="http://schemas.openxmlformats.org/officeDocument/2006/relationships/slideMaster" Target="/ppt/slideMasters/slideMaster1.xml" Id="R708e5c74006f4fda" /><Relationship Type="http://schemas.openxmlformats.org/officeDocument/2006/relationships/slideMaster" Target="/ppt/slideMasters/slideMaster2.xml" Id="R56463677da1241c7" /><Relationship Type="http://schemas.openxmlformats.org/officeDocument/2006/relationships/notesMaster" Target="/ppt/notesMasters/notesMaster1.xml" Id="R8a90cfd9da2c4e63" /><Relationship Type="http://schemas.openxmlformats.org/officeDocument/2006/relationships/presProps" Target="/ppt/presProps.xml" Id="R452ee3edc02a467a" /><Relationship Type="http://schemas.openxmlformats.org/officeDocument/2006/relationships/tableStyles" Target="/ppt/tableStyles.xml" Id="R4dd4be9e079f4e54" /><Relationship Type="http://schemas.openxmlformats.org/officeDocument/2006/relationships/slide" Target="/ppt/slides/slide1.xml" Id="R47d9eba7c72a435b" /><Relationship Type="http://schemas.openxmlformats.org/officeDocument/2006/relationships/slide" Target="/ppt/slides/slide2.xml" Id="Rb8117ad67f724a3e" /><Relationship Type="http://schemas.openxmlformats.org/officeDocument/2006/relationships/slide" Target="/ppt/slides/slide3.xml" Id="R75f5c4787ff14cf4" /><Relationship Type="http://schemas.openxmlformats.org/officeDocument/2006/relationships/slide" Target="/ppt/slides/slide4.xml" Id="R317ce55c18ed41cf" /><Relationship Type="http://schemas.openxmlformats.org/officeDocument/2006/relationships/slide" Target="/ppt/slides/slide5.xml" Id="R9689844fb0c1443a" /><Relationship Type="http://schemas.openxmlformats.org/officeDocument/2006/relationships/slide" Target="/ppt/slides/slide6.xml" Id="R657560e4f6134070" /><Relationship Type="http://schemas.openxmlformats.org/officeDocument/2006/relationships/slide" Target="/ppt/slides/slide7.xml" Id="R07582d54d5e44505" /><Relationship Type="http://schemas.openxmlformats.org/officeDocument/2006/relationships/slide" Target="/ppt/slides/slide8.xml" Id="R1857af12eb464a61" /><Relationship Type="http://schemas.openxmlformats.org/officeDocument/2006/relationships/slide" Target="/ppt/slides/slide9.xml" Id="R5eb92e5c36864cfb" /><Relationship Type="http://schemas.openxmlformats.org/officeDocument/2006/relationships/slide" Target="/ppt/slides/slide10.xml" Id="R0805ed57d10a4ba5" /><Relationship Type="http://schemas.openxmlformats.org/officeDocument/2006/relationships/slide" Target="/ppt/slides/slide11.xml" Id="Rbe1cd650aada49ea" /><Relationship Type="http://schemas.openxmlformats.org/officeDocument/2006/relationships/slide" Target="/ppt/slides/slide12.xml" Id="Rdb98daea03e349a3" /><Relationship Type="http://schemas.openxmlformats.org/officeDocument/2006/relationships/slide" Target="/ppt/slides/slide13.xml" Id="R9f11dbf882724b05" /><Relationship Type="http://schemas.openxmlformats.org/officeDocument/2006/relationships/slide" Target="/ppt/slides/slide14.xml" Id="R21f7a183af5242c7" /><Relationship Type="http://schemas.openxmlformats.org/officeDocument/2006/relationships/slide" Target="/ppt/slides/slide15.xml" Id="Rdddaee98e00d40ab" /><Relationship Type="http://schemas.openxmlformats.org/officeDocument/2006/relationships/slide" Target="/ppt/slides/slide16.xml" Id="Rb38f9f7488494e77" /><Relationship Type="http://schemas.openxmlformats.org/officeDocument/2006/relationships/slide" Target="/ppt/slides/slide17.xml" Id="Rfd850978cc59493b" /><Relationship Type="http://schemas.openxmlformats.org/officeDocument/2006/relationships/slide" Target="/ppt/slides/slide18.xml" Id="R24754bdf05614c34" /><Relationship Type="http://schemas.openxmlformats.org/officeDocument/2006/relationships/slide" Target="/ppt/slides/slide19.xml" Id="R7eed9c0917a64d74" /><Relationship Type="http://schemas.openxmlformats.org/officeDocument/2006/relationships/slide" Target="/ppt/slides/slide20.xml" Id="Rcf85e777f25a430e" /><Relationship Type="http://schemas.openxmlformats.org/officeDocument/2006/relationships/slide" Target="/ppt/slides/slide21.xml" Id="R544f0d6902584045" /><Relationship Type="http://schemas.openxmlformats.org/officeDocument/2006/relationships/slide" Target="/ppt/slides/slide22.xml" Id="Ree94058f1b1642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479d6ffaa2848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f5b44752514346" /><Relationship Type="http://schemas.openxmlformats.org/officeDocument/2006/relationships/notesMaster" Target="/ppt/notesMasters/notesMaster1.xml" Id="R29869130a86c4a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9357d557ad4305" /><Relationship Type="http://schemas.openxmlformats.org/officeDocument/2006/relationships/notesMaster" Target="/ppt/notesMasters/notesMaster1.xml" Id="Re36a2d1d6acc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745949e8554ec8" /><Relationship Type="http://schemas.openxmlformats.org/officeDocument/2006/relationships/notesMaster" Target="/ppt/notesMasters/notesMaster1.xml" Id="R3e8b8079059448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3f84082b8e4b83" /><Relationship Type="http://schemas.openxmlformats.org/officeDocument/2006/relationships/notesMaster" Target="/ppt/notesMasters/notesMaster1.xml" Id="Rf16d6af1bc584d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5772b4360f432f" /><Relationship Type="http://schemas.openxmlformats.org/officeDocument/2006/relationships/notesMaster" Target="/ppt/notesMasters/notesMaster1.xml" Id="R9b324e33c93048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3bcd69c07d4098" /><Relationship Type="http://schemas.openxmlformats.org/officeDocument/2006/relationships/notesMaster" Target="/ppt/notesMasters/notesMaster1.xml" Id="R3baf04d482324c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6d9ceca2524189" /><Relationship Type="http://schemas.openxmlformats.org/officeDocument/2006/relationships/notesMaster" Target="/ppt/notesMasters/notesMaster1.xml" Id="Re76d37c17c0141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636a658b764960" /><Relationship Type="http://schemas.openxmlformats.org/officeDocument/2006/relationships/notesMaster" Target="/ppt/notesMasters/notesMaster1.xml" Id="R83de63e990c043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b21117f6124046" /><Relationship Type="http://schemas.openxmlformats.org/officeDocument/2006/relationships/notesMaster" Target="/ppt/notesMasters/notesMaster1.xml" Id="R26f478987f8749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5039c58a1b4ec8" /><Relationship Type="http://schemas.openxmlformats.org/officeDocument/2006/relationships/notesMaster" Target="/ppt/notesMasters/notesMaster1.xml" Id="Rc75fd2f660d547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1ba2c6396c4825" /><Relationship Type="http://schemas.openxmlformats.org/officeDocument/2006/relationships/notesMaster" Target="/ppt/notesMasters/notesMaster1.xml" Id="R8e200cd53bb24e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17d53997ab442e" /><Relationship Type="http://schemas.openxmlformats.org/officeDocument/2006/relationships/notesMaster" Target="/ppt/notesMasters/notesMaster1.xml" Id="Rf8c1f10d5a0149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6a99b600e34a0f" /><Relationship Type="http://schemas.openxmlformats.org/officeDocument/2006/relationships/notesMaster" Target="/ppt/notesMasters/notesMaster1.xml" Id="R619b0d6c96034a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0604daf9de43af" /><Relationship Type="http://schemas.openxmlformats.org/officeDocument/2006/relationships/notesMaster" Target="/ppt/notesMasters/notesMaster1.xml" Id="R4bcb7bc4e51340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0ea7a95dcf4dd9" /><Relationship Type="http://schemas.openxmlformats.org/officeDocument/2006/relationships/notesMaster" Target="/ppt/notesMasters/notesMaster1.xml" Id="R6e53890a3f444a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88edf2ebf947a9" /><Relationship Type="http://schemas.openxmlformats.org/officeDocument/2006/relationships/notesMaster" Target="/ppt/notesMasters/notesMaster1.xml" Id="Rc57e050faebf4a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23697dd8d94e6b" /><Relationship Type="http://schemas.openxmlformats.org/officeDocument/2006/relationships/notesMaster" Target="/ppt/notesMasters/notesMaster1.xml" Id="Ra586bf28b85b4e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3152218359418c" /><Relationship Type="http://schemas.openxmlformats.org/officeDocument/2006/relationships/notesMaster" Target="/ppt/notesMasters/notesMaster1.xml" Id="R086feff5e7e940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e1c70f963d43a5" /><Relationship Type="http://schemas.openxmlformats.org/officeDocument/2006/relationships/notesMaster" Target="/ppt/notesMasters/notesMaster1.xml" Id="R3d28b6f332a245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ec1bc080924f4e" /><Relationship Type="http://schemas.openxmlformats.org/officeDocument/2006/relationships/notesMaster" Target="/ppt/notesMasters/notesMaster1.xml" Id="R5d8f41d06a4d4d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92552c51a3949bd" /><Relationship Type="http://schemas.openxmlformats.org/officeDocument/2006/relationships/notesMaster" Target="/ppt/notesMasters/notesMaster1.xml" Id="Raae23dc3eb0d4e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1cb4d222b04026" /><Relationship Type="http://schemas.openxmlformats.org/officeDocument/2006/relationships/notesMaster" Target="/ppt/notesMasters/notesMaster1.xml" Id="R5a88085e60d8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 do EPISÓDIO 12 e conecte-o ao checkpoint executável. O agente não deve inventar as regras que o pipeline pode executar e testar.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agente não deve inventar as regras que o pipeline pode executar e testar. Use o diagrama para antecipar o problema que será comprovado no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 três resultados observáveis da aula: Fixar ground truth; Comparar três tratamentos; Medir qualidade e custo normalizado.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Tudo permanece igual, exceto a interface oferecida ao agente. Desenvolva os pontos: A: schema bruto; B: manifest e docs; C: métricas governadas.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pipeline calcula as respostas esperadas sem depender do modelo. Desenvolva os pontos: Pergunta fixa; SQL conhecido; Resultado versionado.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O pipeline calcula as respostas esperadas sem depender do modelo. Pergunta fixa SQL conhecido Resultado versionado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Resposta, SQL, resultado, tokens, tools e latência ficam no mesmo JSON. Desenvolva os pontos: input/output tokens; tool calls; joins inválidos; custo normalizado.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Resposta, SQL, resultado, tokens, tools e latência ficam no mesmo JSON. input/output tokens tool calls joins inválidos custo normalizado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Traces gravados testam o avaliador; não provam desempenho de um LLM. Desenvolva os pontos: CI sem chave; Dados sintéticos; Execução real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Traces gravados testam o avaliador; não provam desempenho de um LLM. CI sem chave Dados sintéticos Execução real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Mais modelagem tende a ampliar precisão e segurança das respostas. Desenvolva os pontos: Cobertura; Precisão; Confiabilidade.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Mais modelagem tende a ampliar precisão e segurança das respostas. Cobertura Precisão Confiabilidade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Regras ficam na Gold e nas métricas; o agente consome e explica. Desenvolva os pontos: Silver prepara; Gold aplica regra; Métrica nomeia; MCP entrega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Regras ficam na Gold e nas métricas; o agente consome e explica. Silver prepara Gold aplica regra Métrica nomeia MCP entrega contexto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python course.py checkpoint 12. Pause para o aluno acompanhar o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Durante a execução, destaque: Perguntas fixas; Traces gravados; Avaliador e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 o resultado esperado: Benchmark determinístico sem chave de LLM. Se o valor divergir, não avance sem investigar.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técnica aos efeitos: Governança: consenso em código; FinOps: custo normalizado; IA: consumidor, não inventor. Não prometa economia sem medição.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80%: redução de analytics reportada pela Bilt. Resultado reportado; o laboratório não generaliza 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limites sem minimizá-los: Fixtures não medem qualidade real do modelo; Tokens variam por cliente; Semântica não elimina toda ambiguidade.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dbt State e MCP gerenciado continuam fora da aceitação open. Reforce que beta e preview não fazem parte da aceitação.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Mova uma regra determinística do prompt para o pipeline e teste-a. Encerre conectando a aula ao próximo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https://www.getdbt.com/case-studies/bilt-rewards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https://github.com/AnselmoBorges/dbt-moderno-na-pratica/blob/main/roteiros/12-gold-governada-agente-solto.md</a:t>
            </a:r>
          </a:p>
          <a:p xmlns:a="http://schemas.openxmlformats.org/drawingml/2006/main">
            <a:r>
              <a:t>- repo://laboratorio/checkpoints/ep12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b2de0e65749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d9feff5e664e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6d82aa93fa46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4a4a67729a4ede" /><Relationship Type="http://schemas.openxmlformats.org/officeDocument/2006/relationships/slideLayout" Target="/ppt/slideLayouts/slideLayout1.xml" Id="R477d9f320ff64a8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8c900a0940d4990" /><Relationship Type="http://schemas.openxmlformats.org/officeDocument/2006/relationships/slideLayout" Target="/ppt/slideLayouts/slideLayout2.xml" Id="R6484cfa71b934249" /><Relationship Type="http://schemas.openxmlformats.org/officeDocument/2006/relationships/slideLayout" Target="/ppt/slideLayouts/slideLayout3.xml" Id="R71c9e3c075614c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d9f320ff64a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484cfa71b934249"/>
    <p:sldLayoutId xmlns:r="http://schemas.openxmlformats.org/officeDocument/2006/relationships" id="2147483652" r:id="R71c9e3c075614cf3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19ec3b2546481a" /><Relationship Type="http://schemas.openxmlformats.org/officeDocument/2006/relationships/image" Target="/ppt/media/image.jpeg" Id="Ra890c17883704ad7" /><Relationship Type="http://schemas.openxmlformats.org/officeDocument/2006/relationships/notesSlide" Target="/ppt/notesSlides/notesSlide1.xml" Id="Rf9ee2eb67b094d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73e5e6a1cf4eae" /><Relationship Type="http://schemas.openxmlformats.org/officeDocument/2006/relationships/image" Target="/ppt/media/image.png" Id="Rb9dbbdee43084b56" /><Relationship Type="http://schemas.openxmlformats.org/officeDocument/2006/relationships/notesSlide" Target="/ppt/notesSlides/notesSlide2.xml" Id="R2905e5b0edac44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ddb388c864544" /><Relationship Type="http://schemas.openxmlformats.org/officeDocument/2006/relationships/notesSlide" Target="/ppt/notesSlides/notesSlide3.xml" Id="Rb53994d11c9f4c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a72c6e7d13463c" /><Relationship Type="http://schemas.openxmlformats.org/officeDocument/2006/relationships/notesSlide" Target="/ppt/notesSlides/notesSlide4.xml" Id="R2d21c13448b640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697b62a9d242ba" /><Relationship Type="http://schemas.openxmlformats.org/officeDocument/2006/relationships/notesSlide" Target="/ppt/notesSlides/notesSlide5.xml" Id="Rdd83dc07c0cf4c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00b0d922d4fb8" /><Relationship Type="http://schemas.openxmlformats.org/officeDocument/2006/relationships/notesSlide" Target="/ppt/notesSlides/notesSlide6.xml" Id="R2d6ccf5c796e4b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1f2b95e9eb4032" /><Relationship Type="http://schemas.openxmlformats.org/officeDocument/2006/relationships/notesSlide" Target="/ppt/notesSlides/notesSlide7.xml" Id="Re123539c106243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87f073d9b34123" /><Relationship Type="http://schemas.openxmlformats.org/officeDocument/2006/relationships/notesSlide" Target="/ppt/notesSlides/notesSlide8.xml" Id="R5dbd53e43f964c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861b3552094bcc" /><Relationship Type="http://schemas.openxmlformats.org/officeDocument/2006/relationships/notesSlide" Target="/ppt/notesSlides/notesSlide9.xml" Id="R39862b0f907549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6dec7025aa408d" /><Relationship Type="http://schemas.openxmlformats.org/officeDocument/2006/relationships/notesSlide" Target="/ppt/notesSlides/notesSlide10.xml" Id="Re577db28e5a142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d4bc3fba2944e6" /><Relationship Type="http://schemas.openxmlformats.org/officeDocument/2006/relationships/notesSlide" Target="/ppt/notesSlides/notesSlide11.xml" Id="R6e401e1dde0545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75c7628ffa4510" /><Relationship Type="http://schemas.openxmlformats.org/officeDocument/2006/relationships/image" Target="/ppt/media/image2.png" Id="Rd124591230c549ce" /><Relationship Type="http://schemas.openxmlformats.org/officeDocument/2006/relationships/notesSlide" Target="/ppt/notesSlides/notesSlide12.xml" Id="R24952e56f85342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c0c81b6e3145c1" /><Relationship Type="http://schemas.openxmlformats.org/officeDocument/2006/relationships/notesSlide" Target="/ppt/notesSlides/notesSlide13.xml" Id="Rfb2573147a164c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c92026e6ff4e46" /><Relationship Type="http://schemas.openxmlformats.org/officeDocument/2006/relationships/notesSlide" Target="/ppt/notesSlides/notesSlide14.xml" Id="Ra0b99c68b89640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944eb937b4b16" /><Relationship Type="http://schemas.openxmlformats.org/officeDocument/2006/relationships/notesSlide" Target="/ppt/notesSlides/notesSlide15.xml" Id="R601976395fd842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bbe42fe230423b" /><Relationship Type="http://schemas.openxmlformats.org/officeDocument/2006/relationships/notesSlide" Target="/ppt/notesSlides/notesSlide16.xml" Id="R45f084b06ec143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740cfc429d4d07" /><Relationship Type="http://schemas.openxmlformats.org/officeDocument/2006/relationships/notesSlide" Target="/ppt/notesSlides/notesSlide17.xml" Id="Rc119c5eeef3442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845529be4c4bca" /><Relationship Type="http://schemas.openxmlformats.org/officeDocument/2006/relationships/notesSlide" Target="/ppt/notesSlides/notesSlide18.xml" Id="Rcfea97a2865049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530b0476fd4215" /><Relationship Type="http://schemas.openxmlformats.org/officeDocument/2006/relationships/notesSlide" Target="/ppt/notesSlides/notesSlide19.xml" Id="R557d5d6d78034f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da33bc399c4689" /><Relationship Type="http://schemas.openxmlformats.org/officeDocument/2006/relationships/notesSlide" Target="/ppt/notesSlides/notesSlide20.xml" Id="R3f527d01f38545b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d9da14def247df" /><Relationship Type="http://schemas.openxmlformats.org/officeDocument/2006/relationships/notesSlide" Target="/ppt/notesSlides/notesSlide21.xml" Id="R7323d822c45c4a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846ab8749641e8" /><Relationship Type="http://schemas.openxmlformats.org/officeDocument/2006/relationships/notesSlide" Target="/ppt/notesSlides/notesSlide22.xml" Id="Rad28e89bfdc847a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 descr="Ilustração conceitual autoral da capa: EPISÓDIO 12 — Gold governada versus agente sol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0c17883704ad7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5DF47493-C011-4B2E-B3EA-E578BA7D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72983899-2265-4985-A9FF-5B1886B1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AE592D8B-C582-4DFD-BEE6-64D2AE02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12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EAC6671-B7BE-49A8-B8FA-89F3B406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Gold governada versus agente solto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E18E20D-8A29-46D1-A2D3-B2A187AC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Compare raw, manifest e métricas contra o mesmo ground truth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1654A85-C216-4105-9F77-CA68D3F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DD8F5B97-6DCD-4520-8081-C8168EE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12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1502744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ok">
            <a:extLst xmlns:a="http://schemas.openxmlformats.org/drawingml/2006/main">
              <a:ext uri="{FF2B5EF4-FFF2-40B4-BE49-F238E27FC236}">
                <a16:creationId xmlns:a16="http://schemas.microsoft.com/office/drawing/2014/main" id="{0D1BBAAC-8A8C-4A04-9314-14650F32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 agente não deve inventar as regras que o pipeline pode executar e testar.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995B537B-3765-44B2-8E6F-A5F92403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ED91165E-D2A2-40E3-99D6-10659700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2CEBB954-0329-4E9C-8493-6BAEB08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4" name="" descr="Diagrama didático autoral que apresenta: O agente não deve inventar as regras que o pipeline pode executar e testar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bbdee43084b56"/>
          <a:stretch xmlns:a="http://schemas.openxmlformats.org/drawingml/2006/main"/>
        </p:blipFill>
        <p:spPr>
          <a:xfrm xmlns:a="http://schemas.openxmlformats.org/drawingml/2006/main">
            <a:off x="4127857" y="3790950"/>
            <a:ext cx="3936285" cy="15621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1DB829C-DDF8-49F5-BF15-55403079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C7A4249-B7F0-4761-BAA8-94CD8520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BE148DC-C856-43E8-A626-C0C2D2F5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68CD4E-12A6-4A26-AADA-FB06AF0B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2/22</a:t>
            </a:r>
          </a:p>
        </p:txBody>
      </p:sp>
    </p:spTree>
    <p:extLst>
      <p:ext uri="{BB962C8B-B14F-4D97-AF65-F5344CB8AC3E}">
        <p14:creationId xmlns:p14="http://schemas.microsoft.com/office/powerpoint/2010/main" val="204315732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B3F278-4684-4A9F-9F3E-92962157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384C4C46-F8F6-4483-A2EB-6A32E204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0D6A836B-C17D-4B34-9D37-74D36E7B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Fixar ground truth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F80CEB3D-3C08-49C6-A17C-47A4C2B6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25FC2777-D056-4174-8F6E-F2871C0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395651D-DE0C-4BEB-BF1A-0B66D17C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Comparar três tratamentos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CF58045A-3A04-4D9D-BDA2-12FB7E93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BB41FCB6-B03D-45DA-AEB2-96CF5267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26243B3D-0287-4486-8B68-5B4705F5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Medir qualidade e custo normalizado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F32C969-44F5-472D-9DC3-8FD3E9FA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B7FB87-714C-4BD2-B420-3CCF1D86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FF6D1A98-C8E6-4436-B16D-C972C5B5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0AB92F-7A26-4783-B555-AB2D0418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3/22</a:t>
            </a:r>
          </a:p>
        </p:txBody>
      </p:sp>
    </p:spTree>
    <p:extLst>
      <p:ext uri="{BB962C8B-B14F-4D97-AF65-F5344CB8AC3E}">
        <p14:creationId xmlns:p14="http://schemas.microsoft.com/office/powerpoint/2010/main" val="163101066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1586AA-D8B8-4775-9056-3894BAE4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Três tratamentos, uma pergunta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69241A-5854-412E-AA05-95B68F1B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Tudo permanece igual, exceto a interface oferecida ao agente.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B79D76C0-0E6E-4C2C-BF62-66A0A1A0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A: schema bruto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B: manifest e docs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C: métricas governadas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D3072DB-8228-42FC-B5C1-7B73FC08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B760B36-AA11-48F6-B579-5D0D4281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F797759-ADE8-495E-B260-629654C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65F9007-C206-4F33-A76D-6F9EDEFF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8073427-92A7-4426-BD2A-1166F881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44C47C4-B209-43BC-A21E-25AED97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B7FA8D-B3FB-4424-8993-FCD9DC08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4/22</a:t>
            </a:r>
          </a:p>
        </p:txBody>
      </p:sp>
    </p:spTree>
    <p:extLst>
      <p:ext uri="{BB962C8B-B14F-4D97-AF65-F5344CB8AC3E}">
        <p14:creationId xmlns:p14="http://schemas.microsoft.com/office/powerpoint/2010/main" val="286195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174756-928A-4B71-8DBA-54396C47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Ground truth vem antes do LLM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6437D0-2090-4C66-BB97-835FBD7E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O pipeline calcula as respostas esperadas sem depender do modelo.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9002407E-E3DC-44E6-8F27-6B5A7FAC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Pergunta fixa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SQL conhecido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Resultado versionado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CD61FE0-840A-4000-A487-B8E5C8A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1A9C8E1B-5BD3-4AD0-A711-790E1C84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DBBC0BC-D634-496C-825B-34AD096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59C3C81E-3C43-4A11-94BD-FAC4591B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7D79595-075F-43F4-9E06-7EFACDCC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75E1E81-928F-4F8C-BBF9-1B0983AA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020303-239C-4A53-B03D-317D23F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5/22</a:t>
            </a:r>
          </a:p>
        </p:txBody>
      </p:sp>
    </p:spTree>
    <p:extLst>
      <p:ext uri="{BB962C8B-B14F-4D97-AF65-F5344CB8AC3E}">
        <p14:creationId xmlns:p14="http://schemas.microsoft.com/office/powerpoint/2010/main" val="2133685789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8BE5D3-79A2-4FC4-952E-81FBBBC7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Ground truth vem antes do LLM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3B0FDBE7-403E-4A4C-87E4-58319E64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334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D9CA30AA-B811-492E-BBE8-744EB6BA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3429000"/>
            <a:ext cx="334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Ground truth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7B8BB27E-3C0D-4CF3-8728-B91D23B7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925" y="3429000"/>
            <a:ext cx="334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Avaliador</a:t>
            </a:r>
          </a:p>
        </p:txBody>
      </p:sp>
      <p:cxnSp>
        <p:nvCxnSpPr>
          <p:cNvPr id="15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15607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76922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C4BE114-4D15-4B5E-8E20-F523E9CC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DB97C5-0419-439B-AC13-D19D650B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C791264-369D-43FF-83C5-95618E6E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C4534D-A837-4346-A87E-78CC8F4F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6/22</a:t>
            </a:r>
          </a:p>
        </p:txBody>
      </p:sp>
    </p:spTree>
    <p:extLst>
      <p:ext uri="{BB962C8B-B14F-4D97-AF65-F5344CB8AC3E}">
        <p14:creationId xmlns:p14="http://schemas.microsoft.com/office/powerpoint/2010/main" val="88068566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F5A8A3-AB16-4FB4-8038-CFF5B3DE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Trace transforma opinião em evidência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698D04-DCF7-45D7-98B7-FDE0536B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Resposta, SQL, resultado, tokens, tools e latência ficam no mesmo JSON.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D6E50591-E878-471E-AA21-1A19CAA3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input/output tokens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tool calls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joins inválidos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custo normalizado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16DF29EB-889D-4685-9C28-853F6AC6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DC7B156-1D23-43FF-A4C5-827EEBB9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568DF72-99E2-437A-A78C-6553F4F7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06F3E84-7860-4154-AF38-6AB81285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0AF9E27-5744-4008-B104-D231EB26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A44C6BE-B6EE-408E-978E-D80C6048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C5361D-2F0A-445D-A942-4E5D40E8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7/22</a:t>
            </a:r>
          </a:p>
        </p:txBody>
      </p:sp>
    </p:spTree>
    <p:extLst>
      <p:ext uri="{BB962C8B-B14F-4D97-AF65-F5344CB8AC3E}">
        <p14:creationId xmlns:p14="http://schemas.microsoft.com/office/powerpoint/2010/main" val="1372762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FB9F59-D376-4B4B-AD59-03D7273D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Trace transforma opinião em evidência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C4ADAAA4-DF5E-4F3D-9B57-8C3E5CB0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731B86E-DAC6-46B9-BF6D-7A0FF6DB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Pergunta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C55E4CD7-2FAF-46FA-BAE2-9118CA9C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1BD4DECB-4D74-4077-81C6-14985727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BD82C3B5-525B-4393-AD53-750B7998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Trace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DF509681-97E1-4ABA-9BBA-983A5D67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ED84E8FA-C15A-40EB-9061-651DC791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E10FBE7C-F95E-478D-9E56-C41918D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Score</a:t>
            </a:r>
          </a:p>
        </p:txBody>
      </p:sp>
      <p:sp>
        <p:nvSpPr>
          <p:cNvPr id="1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6E9FEFEE-EC89-4BEC-8C05-AD678A0B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11" name="step-num-4">
            <a:extLst xmlns:a="http://schemas.openxmlformats.org/drawingml/2006/main">
              <a:ext uri="{FF2B5EF4-FFF2-40B4-BE49-F238E27FC236}">
                <a16:creationId xmlns:a16="http://schemas.microsoft.com/office/drawing/2014/main" id="{FFFABC0A-D7E5-40A9-97D6-95DBCB42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12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BC20A137-86D1-4497-9254-16D88FAB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Comparação</a:t>
            </a:r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AA56859-1379-4591-937A-7F02C27D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AE8C454-F6F6-48B2-A50C-C43CA94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074799BF-DCFA-4A18-93E8-B5273B40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ABB9EC-467F-4FF4-9610-4C913119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8/22</a:t>
            </a:r>
          </a:p>
        </p:txBody>
      </p:sp>
    </p:spTree>
    <p:extLst>
      <p:ext uri="{BB962C8B-B14F-4D97-AF65-F5344CB8AC3E}">
        <p14:creationId xmlns:p14="http://schemas.microsoft.com/office/powerpoint/2010/main" val="1649212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D0D74A-503E-44A0-9CD8-8FD80C46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Fixture não é execução real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19559D-D5AE-46C8-B8DC-D93FF454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Traces gravados testam o avaliador; não provam desempenho de um LLM.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DBE3A678-9B9F-4789-ADEB-BFDD600B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CI sem chave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Dados sintéticos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Execução real posterior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1BE7C3E8-9FA8-4AB2-AD52-57F23C9F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83EA7244-0A6C-4755-96C5-4BBAD238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FB10F30-00EA-439A-A300-937CD69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15B3178A-4FCC-4BE8-ADCD-FFFA7B68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6FC2597-F4EC-4BDA-BFF1-55266C3B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C78F331-C73E-4FA6-B551-CADF4323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313CE5-B002-4957-9010-6FB4FBC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9/22</a:t>
            </a:r>
          </a:p>
        </p:txBody>
      </p:sp>
    </p:spTree>
    <p:extLst>
      <p:ext uri="{BB962C8B-B14F-4D97-AF65-F5344CB8AC3E}">
        <p14:creationId xmlns:p14="http://schemas.microsoft.com/office/powerpoint/2010/main" val="743803112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C2AED1-EA17-4E4E-86DF-0111CF11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Fixture não é execução real</a:t>
            </a:r>
          </a:p>
        </p:txBody>
      </p:sp>
      <p:sp>
        <p:nvSpPr>
          <p:cNvPr id="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CF53DC1D-16DA-493F-8E03-DFD0030E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813102CB-61C4-4410-AB4C-F2264E5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Fixture</a:t>
            </a:r>
          </a:p>
        </p:txBody>
      </p:sp>
      <p:sp>
        <p:nvSpPr>
          <p:cNvPr id="4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BAFBEA50-6D91-4801-AF78-7F8329BA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E64F01F1-EA1C-47D1-A8DF-E6AF4C69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Validação</a:t>
            </a:r>
          </a:p>
        </p:txBody>
      </p:sp>
      <p:sp>
        <p:nvSpPr>
          <p:cNvPr id="6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44253190-DDD7-4D55-934C-42058475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B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C2D2B534-3FA2-4335-A0C0-6C584F76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LLM real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9DD9351-FB26-4A2D-86E9-E06BF8FF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28C752C-5E01-4E55-923C-EC74C35A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D3E3FC0-6EE3-43E3-8757-7FEE0A2C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B9C998-A6DC-4544-9645-1C41A82D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10/22</a:t>
            </a:r>
          </a:p>
        </p:txBody>
      </p:sp>
    </p:spTree>
    <p:extLst>
      <p:ext uri="{BB962C8B-B14F-4D97-AF65-F5344CB8AC3E}">
        <p14:creationId xmlns:p14="http://schemas.microsoft.com/office/powerpoint/2010/main" val="1867787668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E3E8C-9055-44E0-AA0A-F3D8A1D3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 recomendação oficial favorece contexto semântico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816D2D9-1FAA-4CE0-A585-DE04E597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Mais modelagem tende a ampliar precisão e segurança das respostas.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AA44A22E-A90E-49CB-8CD6-B5BCA283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Cobertura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Precisão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Confiabilidade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04F0F8D4-27B3-48B2-8ED6-0E536D4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428CD9B0-CA04-43F5-9A77-635BBA39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E705F8E-0B7C-4041-9618-E7BC0376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456F2BAE-60A9-49CF-A586-BF38A899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FAEE1BC-2E27-465E-9502-99A6D61F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4553964-5FC5-4BF0-AAC9-8449C3F3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C22770-36E9-47E3-86C9-F58DD764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11/22</a:t>
            </a:r>
          </a:p>
        </p:txBody>
      </p:sp>
    </p:spTree>
    <p:extLst>
      <p:ext uri="{BB962C8B-B14F-4D97-AF65-F5344CB8AC3E}">
        <p14:creationId xmlns:p14="http://schemas.microsoft.com/office/powerpoint/2010/main" val="779467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30E5E5-433B-4D34-9FEE-1524DEA6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A recomendação oficial favorece contexto semântico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FB549398-3BF5-46CE-AD09-8DEC4F99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Mais modelagem tende a ampliar precisão e segurança das respostas.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D6DF8E0F-506D-4570-9D90-22B44AB2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pic>
        <p:nvPicPr>
          <p:cNvPr id="13" name="" descr="Figura oficial da documentação dbt usada para explicar: A recomendação oficial favorece contexto semântico — Mais modelagem tende a ampliar precisão e segurança das resposta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4591230c549ce"/>
          <a:stretch xmlns:a="http://schemas.openxmlformats.org/drawingml/2006/main"/>
        </p:blipFill>
        <p:spPr>
          <a:xfrm xmlns:a="http://schemas.openxmlformats.org/drawingml/2006/main">
            <a:off x="5429250" y="1860476"/>
            <a:ext cx="5791200" cy="3232298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D7F8EE24-6D86-4D88-A03C-45E64EF8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Figura oficial dbt Labs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BE3A7CCD-9CA0-44C1-B6E2-B705905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97D3A6-041B-466C-9661-7EE75324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4E431F0-440F-4A73-B60F-1190C9B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1ED727-0CE8-4982-AD30-04B9E073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12/22</a:t>
            </a:r>
          </a:p>
        </p:txBody>
      </p:sp>
    </p:spTree>
    <p:extLst>
      <p:ext uri="{BB962C8B-B14F-4D97-AF65-F5344CB8AC3E}">
        <p14:creationId xmlns:p14="http://schemas.microsoft.com/office/powerpoint/2010/main" val="5047510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439299-6A7F-48EE-A193-78500250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A arquitetura recomendada termina no agente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E5B39D-9C7D-48B6-AB95-3B92232B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Regras ficam na Gold e nas métricas; o agente consome e explica.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FB4549F6-AA1E-48D1-B4AA-868C1E1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Silver prepara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Gold aplica regra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Métrica nomeia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MCP entrega contexto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69EB1D8-DA07-4ABA-A2F7-09FFA08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4533DF4F-8208-4D44-A436-A69373C7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5B7AB63-610B-4FB3-A367-ADA55137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06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FBF499F-3785-4CC7-BA75-55F50606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F5EFFEE-E7A4-4B33-BDBD-0B4D8141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7227ECD-0FF8-470E-BB6F-3E7E23F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E41434-8866-479C-90D9-6C94CC3B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13/22</a:t>
            </a:r>
          </a:p>
        </p:txBody>
      </p:sp>
    </p:spTree>
    <p:extLst>
      <p:ext uri="{BB962C8B-B14F-4D97-AF65-F5344CB8AC3E}">
        <p14:creationId xmlns:p14="http://schemas.microsoft.com/office/powerpoint/2010/main" val="1845175226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C01727-1383-4D9A-9106-B96C0387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 arquitetura recomendada termina no agente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9FF173A0-1260-4FB4-8BF8-F35284BA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9AC0EDB2-DCB2-4D3F-BBCC-285777CB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1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21BB07FB-2CED-4FEF-BA29-3C2E0D33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Métricas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5F3CDB39-061A-478E-9FB5-C6C4F22C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29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6" name="flow-5">
            <a:extLst xmlns:a="http://schemas.openxmlformats.org/drawingml/2006/main">
              <a:ext uri="{FF2B5EF4-FFF2-40B4-BE49-F238E27FC236}">
                <a16:creationId xmlns:a16="http://schemas.microsoft.com/office/drawing/2014/main" id="{A87B7C09-DC77-47B0-816D-DB75AF2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18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Agente</a:t>
            </a:r>
          </a:p>
        </p:txBody>
      </p:sp>
      <p:cxnSp>
        <p:nvCxnSpPr>
          <p:cNvPr id="21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71081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7870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04659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21448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D32300B0-638B-40A7-97E6-F461C012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65765FD-5A1F-4D63-AFC1-59DDAEE3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44C0BA9-2FC1-43D5-9881-2B488587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8986B3-119D-409A-B858-59733B58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14/22</a:t>
            </a:r>
          </a:p>
        </p:txBody>
      </p:sp>
    </p:spTree>
    <p:extLst>
      <p:ext uri="{BB962C8B-B14F-4D97-AF65-F5344CB8AC3E}">
        <p14:creationId xmlns:p14="http://schemas.microsoft.com/office/powerpoint/2010/main" val="1447465290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1B5FB0-F0A5-4D8A-AD99-9B80ADEF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463F474F-F4CC-4492-AD48-0014C9B7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7C8C38BE-A9D5-44FE-AB08-A3B04D1C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12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8F4D8085-C650-42EC-B82C-6F03FD9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B5CCFAF2-3182-4D2C-978A-15446E0D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1A7B0A-C89B-4052-84EF-C30B0880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EEBB1FE-2451-49DA-B2DE-3527ACD5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874FBF-9701-4E02-84C6-CD60B778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15/22</a:t>
            </a:r>
          </a:p>
        </p:txBody>
      </p:sp>
    </p:spTree>
    <p:extLst>
      <p:ext uri="{BB962C8B-B14F-4D97-AF65-F5344CB8AC3E}">
        <p14:creationId xmlns:p14="http://schemas.microsoft.com/office/powerpoint/2010/main" val="19389955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DCD0DC-9C62-40C0-8B3F-EECB6F9D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3F0AF369-6269-4C95-869E-2181F2D4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E48B13A-F416-4008-AFB6-4B6E82A0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Perguntas fixas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69AD1D0E-E887-40EA-ADCE-FDC0D675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690EBE5F-0FA8-4B44-B4CC-77E0C2E7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2D40F8A-5EA8-484A-BAD4-ACAA9287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Traces gravados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3F5A57C3-42C3-46DF-B877-9DBF9114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23999DDC-5B5E-4ECD-9385-A0194846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49C1EEB-CB1B-45F1-A3CA-4E95159F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Avaliador e ground truth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9AEFEE7-214A-495D-B4FC-4290176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66D4605-E0D8-429B-BFD1-EBD98AB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31E87497-7209-4EAC-B63E-8E15E3D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2B1C0B-DED2-45ED-ABEB-F3982A77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16/22</a:t>
            </a:r>
          </a:p>
        </p:txBody>
      </p:sp>
    </p:spTree>
    <p:extLst>
      <p:ext uri="{BB962C8B-B14F-4D97-AF65-F5344CB8AC3E}">
        <p14:creationId xmlns:p14="http://schemas.microsoft.com/office/powerpoint/2010/main" val="276543595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9C60EDE-ED96-4FF4-BA3A-63C8DC3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CC6BEE7D-CCE3-454F-9164-372E232B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Benchmark determinístico sem chave de LLM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903856D0-9B13-4398-BAD9-80C966FE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12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421C2E82-3D38-4787-BA0F-EEB820BA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971DA236-2728-44B7-8A4E-C09EC776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882E2E2-96CB-4295-944C-D4955AD5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EB5FF98-4BA1-48E8-8134-72ADBC3E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4C2D54C-B52E-4A97-9116-2194D097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ACE3E7-F6F1-4F56-928F-B4D07876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17/22</a:t>
            </a:r>
          </a:p>
        </p:txBody>
      </p:sp>
    </p:spTree>
    <p:extLst>
      <p:ext uri="{BB962C8B-B14F-4D97-AF65-F5344CB8AC3E}">
        <p14:creationId xmlns:p14="http://schemas.microsoft.com/office/powerpoint/2010/main" val="17204718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0BCE7-0B11-487A-86D6-59EB6AF2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53AC287A-451F-4B6E-92E6-01BD622E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6E49422-D871-43CB-9B8E-79CC2324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consenso em código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2FAF4C03-7978-493E-9F5D-9A5E1B1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D7A84FCB-441E-4BD9-98E4-11FF21D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FF3B595-4C8C-4DF8-A571-A1144A20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custo normalizado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28923FFA-FE70-4A97-A7DE-CAB6049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5B9B2F6D-C0F5-4A74-96B1-55DAE15A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8F7FA93-7AA7-4159-BD71-9DAF63E8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consumidor, não inventor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3B5D8C4-29F2-4786-9078-7457C0D4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4F98582-AE94-4427-A810-10E1069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9603670-ED57-44CF-BAD3-E5389E7D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D6CB49-26B4-47F9-BE89-F4285BC7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18/22</a:t>
            </a:r>
          </a:p>
        </p:txBody>
      </p:sp>
    </p:spTree>
    <p:extLst>
      <p:ext uri="{BB962C8B-B14F-4D97-AF65-F5344CB8AC3E}">
        <p14:creationId xmlns:p14="http://schemas.microsoft.com/office/powerpoint/2010/main" val="1069308818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se-number">
            <a:extLst xmlns:a="http://schemas.openxmlformats.org/drawingml/2006/main">
              <a:ext uri="{FF2B5EF4-FFF2-40B4-BE49-F238E27FC236}">
                <a16:creationId xmlns:a16="http://schemas.microsoft.com/office/drawing/2014/main" id="{64A93F80-E002-430B-AF5D-A2C6AB1E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80%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E8EE6405-3632-4788-88B8-608DCF5F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redução de analytics reportada pela Bilt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5CA734A2-1559-408D-B256-A93EA55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57DAAA8F-FF66-498D-AE50-DCFADC47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Resultado reportado; o laboratório não generaliza o percentual.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CA998D0-DF4D-4163-BB85-17454C6F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F3A4AD2-E506-4612-9C4B-BE5C2636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3490C0D-1F19-4F9C-B01C-AC70FE3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7B79BA-B553-4314-B365-F7635298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19/22</a:t>
            </a:r>
          </a:p>
        </p:txBody>
      </p:sp>
    </p:spTree>
    <p:extLst>
      <p:ext uri="{BB962C8B-B14F-4D97-AF65-F5344CB8AC3E}">
        <p14:creationId xmlns:p14="http://schemas.microsoft.com/office/powerpoint/2010/main" val="1542669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9D3CCA-8C6B-4837-B838-DA5219C2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1346411D-BE74-446B-B31D-0B18994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Fixtures não medem qualidade real do modelo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Tokens variam por cliente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Semântica não elimina toda ambiguidade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AED0728-E882-4B9D-8D93-7A68E064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02EB16-448F-4900-94A6-19D0409D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CF22769-1A94-4E18-854D-30EED36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AA1359-038A-45AF-9AF8-80B24CE4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20/22</a:t>
            </a:r>
          </a:p>
        </p:txBody>
      </p:sp>
    </p:spTree>
    <p:extLst>
      <p:ext uri="{BB962C8B-B14F-4D97-AF65-F5344CB8AC3E}">
        <p14:creationId xmlns:p14="http://schemas.microsoft.com/office/powerpoint/2010/main" val="1439164258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adar-label">
            <a:extLst xmlns:a="http://schemas.openxmlformats.org/drawingml/2006/main">
              <a:ext uri="{FF2B5EF4-FFF2-40B4-BE49-F238E27FC236}">
                <a16:creationId xmlns:a16="http://schemas.microsoft.com/office/drawing/2014/main" id="{BE3D7116-AF36-4A62-B6D7-63CAE999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260BFC0C-C9DF-45F3-8DFE-8943A6B3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dbt State e MCP gerenciado continuam fora da aceitação open.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698287F3-FE19-4D72-90F0-52317988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1ACB701E-4494-46D3-B6BF-C3136A7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6BE98D31-910B-4F30-90A6-48D8654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44BB543-A0D4-47EA-8080-A4BFA88E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12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5E79D7B-796E-423B-9E94-09BA594B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03708F0-E920-4689-852C-7A98E8B7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E6DCA5-808F-48E8-BE35-7B88ECF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21/22</a:t>
            </a:r>
          </a:p>
        </p:txBody>
      </p:sp>
    </p:spTree>
    <p:extLst>
      <p:ext uri="{BB962C8B-B14F-4D97-AF65-F5344CB8AC3E}">
        <p14:creationId xmlns:p14="http://schemas.microsoft.com/office/powerpoint/2010/main" val="4998287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ta-label">
            <a:extLst xmlns:a="http://schemas.openxmlformats.org/drawingml/2006/main">
              <a:ext uri="{FF2B5EF4-FFF2-40B4-BE49-F238E27FC236}">
                <a16:creationId xmlns:a16="http://schemas.microsoft.com/office/drawing/2014/main" id="{8745D593-4D9F-4ED1-8414-219D661F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10052003-0F4A-45BF-BF97-C102A2F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Mova uma regra determinística do prompt para o pipeline e teste-a.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B79B5574-770C-4013-B014-806811C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12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CEB0D33-C76A-4FE1-A312-0B0566D6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12  •  OPEN / CORE 1.12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E10ED78-C6A9-4D40-9A73-CB897CF1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75422DE-0E3D-4D12-95D0-10E949D7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C09E47-BB29-46EB-95E5-886ADDB6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22/22</a:t>
            </a:r>
          </a:p>
        </p:txBody>
      </p:sp>
    </p:spTree>
    <p:extLst>
      <p:ext uri="{BB962C8B-B14F-4D97-AF65-F5344CB8AC3E}">
        <p14:creationId xmlns:p14="http://schemas.microsoft.com/office/powerpoint/2010/main" val="237323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2026-09-02T00:42:48.7180000Z</dcterms:created>
  <dcterms:modified xsi:type="dcterms:W3CDTF">2026-09-02T00:42:48.7180000Z</dcterms:modified>
</coreProperties>
</file>