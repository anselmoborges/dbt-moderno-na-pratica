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77bc0f6bd042a4" /><Relationship Type="http://schemas.openxmlformats.org/officeDocument/2006/relationships/extended-properties" Target="/docProps/app.xml" Id="Rfcb75e2f017a4328" /><Relationship Type="http://schemas.openxmlformats.org/officeDocument/2006/relationships/officeDocument" Target="/ppt/presentation.xml" Id="R81a28ba80c4a47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8d62246a954a22"/>
    <p:sldMasterId xmlns:r="http://schemas.openxmlformats.org/officeDocument/2006/relationships" id="2147483650" r:id="R443c689da1b343ae"/>
  </p:sldMasterIdLst>
  <p:notesMasterIdLst>
    <p:notesMasterId xmlns:r="http://schemas.openxmlformats.org/officeDocument/2006/relationships" r:id="Rd82b453678a74515"/>
  </p:notesMasterIdLst>
  <p:sldIdLst>
    <p:sldId xmlns:r="http://schemas.openxmlformats.org/officeDocument/2006/relationships" id="256" r:id="Rfb6c515c6de84430"/>
    <p:sldId xmlns:r="http://schemas.openxmlformats.org/officeDocument/2006/relationships" id="257" r:id="Rd918bb1fa4464ea9"/>
    <p:sldId xmlns:r="http://schemas.openxmlformats.org/officeDocument/2006/relationships" id="258" r:id="R884acb4d99234a22"/>
    <p:sldId xmlns:r="http://schemas.openxmlformats.org/officeDocument/2006/relationships" id="259" r:id="R8530de53985e4628"/>
    <p:sldId xmlns:r="http://schemas.openxmlformats.org/officeDocument/2006/relationships" id="260" r:id="R2580510c809d443c"/>
    <p:sldId xmlns:r="http://schemas.openxmlformats.org/officeDocument/2006/relationships" id="261" r:id="R632889db0f634444"/>
    <p:sldId xmlns:r="http://schemas.openxmlformats.org/officeDocument/2006/relationships" id="262" r:id="R579f9a8ae80b4d68"/>
    <p:sldId xmlns:r="http://schemas.openxmlformats.org/officeDocument/2006/relationships" id="263" r:id="R39fb049636414065"/>
    <p:sldId xmlns:r="http://schemas.openxmlformats.org/officeDocument/2006/relationships" id="264" r:id="R0bc5da2b1460480a"/>
    <p:sldId xmlns:r="http://schemas.openxmlformats.org/officeDocument/2006/relationships" id="265" r:id="R0dc613b51a7945cd"/>
    <p:sldId xmlns:r="http://schemas.openxmlformats.org/officeDocument/2006/relationships" id="266" r:id="Raef75c9bca0a4a81"/>
    <p:sldId xmlns:r="http://schemas.openxmlformats.org/officeDocument/2006/relationships" id="267" r:id="R65ecca36c10645f4"/>
    <p:sldId xmlns:r="http://schemas.openxmlformats.org/officeDocument/2006/relationships" id="268" r:id="R055940522a9f4039"/>
    <p:sldId xmlns:r="http://schemas.openxmlformats.org/officeDocument/2006/relationships" id="269" r:id="Re9b907ebf1034f4e"/>
    <p:sldId xmlns:r="http://schemas.openxmlformats.org/officeDocument/2006/relationships" id="270" r:id="R6522adc8f03d4a5c"/>
    <p:sldId xmlns:r="http://schemas.openxmlformats.org/officeDocument/2006/relationships" id="271" r:id="Rbd309bb1fdb048d3"/>
    <p:sldId xmlns:r="http://schemas.openxmlformats.org/officeDocument/2006/relationships" id="272" r:id="Rbb5420352356486b"/>
    <p:sldId xmlns:r="http://schemas.openxmlformats.org/officeDocument/2006/relationships" id="273" r:id="R5007ffdd45a24d61"/>
    <p:sldId xmlns:r="http://schemas.openxmlformats.org/officeDocument/2006/relationships" id="274" r:id="Rfb722ff50b5d4ce6"/>
    <p:sldId xmlns:r="http://schemas.openxmlformats.org/officeDocument/2006/relationships" id="275" r:id="Rfaff8812516c438e"/>
    <p:sldId xmlns:r="http://schemas.openxmlformats.org/officeDocument/2006/relationships" id="276" r:id="Re2c11f50abdc45c6"/>
    <p:sldId xmlns:r="http://schemas.openxmlformats.org/officeDocument/2006/relationships" id="277" r:id="Rac00fab375c94c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074dea6cae4277" /><Relationship Type="http://schemas.openxmlformats.org/officeDocument/2006/relationships/slideMaster" Target="/ppt/slideMasters/slideMaster1.xml" Id="Rca8d62246a954a22" /><Relationship Type="http://schemas.openxmlformats.org/officeDocument/2006/relationships/slideMaster" Target="/ppt/slideMasters/slideMaster2.xml" Id="R443c689da1b343ae" /><Relationship Type="http://schemas.openxmlformats.org/officeDocument/2006/relationships/notesMaster" Target="/ppt/notesMasters/notesMaster1.xml" Id="Rd82b453678a74515" /><Relationship Type="http://schemas.openxmlformats.org/officeDocument/2006/relationships/presProps" Target="/ppt/presProps.xml" Id="R716c010bb38d497c" /><Relationship Type="http://schemas.openxmlformats.org/officeDocument/2006/relationships/tableStyles" Target="/ppt/tableStyles.xml" Id="R343e6299b23144e0" /><Relationship Type="http://schemas.openxmlformats.org/officeDocument/2006/relationships/slide" Target="/ppt/slides/slide1.xml" Id="Rfb6c515c6de84430" /><Relationship Type="http://schemas.openxmlformats.org/officeDocument/2006/relationships/slide" Target="/ppt/slides/slide2.xml" Id="Rd918bb1fa4464ea9" /><Relationship Type="http://schemas.openxmlformats.org/officeDocument/2006/relationships/slide" Target="/ppt/slides/slide3.xml" Id="R884acb4d99234a22" /><Relationship Type="http://schemas.openxmlformats.org/officeDocument/2006/relationships/slide" Target="/ppt/slides/slide4.xml" Id="R8530de53985e4628" /><Relationship Type="http://schemas.openxmlformats.org/officeDocument/2006/relationships/slide" Target="/ppt/slides/slide5.xml" Id="R2580510c809d443c" /><Relationship Type="http://schemas.openxmlformats.org/officeDocument/2006/relationships/slide" Target="/ppt/slides/slide6.xml" Id="R632889db0f634444" /><Relationship Type="http://schemas.openxmlformats.org/officeDocument/2006/relationships/slide" Target="/ppt/slides/slide7.xml" Id="R579f9a8ae80b4d68" /><Relationship Type="http://schemas.openxmlformats.org/officeDocument/2006/relationships/slide" Target="/ppt/slides/slide8.xml" Id="R39fb049636414065" /><Relationship Type="http://schemas.openxmlformats.org/officeDocument/2006/relationships/slide" Target="/ppt/slides/slide9.xml" Id="R0bc5da2b1460480a" /><Relationship Type="http://schemas.openxmlformats.org/officeDocument/2006/relationships/slide" Target="/ppt/slides/slide10.xml" Id="R0dc613b51a7945cd" /><Relationship Type="http://schemas.openxmlformats.org/officeDocument/2006/relationships/slide" Target="/ppt/slides/slide11.xml" Id="Raef75c9bca0a4a81" /><Relationship Type="http://schemas.openxmlformats.org/officeDocument/2006/relationships/slide" Target="/ppt/slides/slide12.xml" Id="R65ecca36c10645f4" /><Relationship Type="http://schemas.openxmlformats.org/officeDocument/2006/relationships/slide" Target="/ppt/slides/slide13.xml" Id="R055940522a9f4039" /><Relationship Type="http://schemas.openxmlformats.org/officeDocument/2006/relationships/slide" Target="/ppt/slides/slide14.xml" Id="Re9b907ebf1034f4e" /><Relationship Type="http://schemas.openxmlformats.org/officeDocument/2006/relationships/slide" Target="/ppt/slides/slide15.xml" Id="R6522adc8f03d4a5c" /><Relationship Type="http://schemas.openxmlformats.org/officeDocument/2006/relationships/slide" Target="/ppt/slides/slide16.xml" Id="Rbd309bb1fdb048d3" /><Relationship Type="http://schemas.openxmlformats.org/officeDocument/2006/relationships/slide" Target="/ppt/slides/slide17.xml" Id="Rbb5420352356486b" /><Relationship Type="http://schemas.openxmlformats.org/officeDocument/2006/relationships/slide" Target="/ppt/slides/slide18.xml" Id="R5007ffdd45a24d61" /><Relationship Type="http://schemas.openxmlformats.org/officeDocument/2006/relationships/slide" Target="/ppt/slides/slide19.xml" Id="Rfb722ff50b5d4ce6" /><Relationship Type="http://schemas.openxmlformats.org/officeDocument/2006/relationships/slide" Target="/ppt/slides/slide20.xml" Id="Rfaff8812516c438e" /><Relationship Type="http://schemas.openxmlformats.org/officeDocument/2006/relationships/slide" Target="/ppt/slides/slide21.xml" Id="Re2c11f50abdc45c6" /><Relationship Type="http://schemas.openxmlformats.org/officeDocument/2006/relationships/slide" Target="/ppt/slides/slide22.xml" Id="Rac00fab375c94c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609d95203684d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06befddf834e0f" /><Relationship Type="http://schemas.openxmlformats.org/officeDocument/2006/relationships/notesMaster" Target="/ppt/notesMasters/notesMaster1.xml" Id="R1c3ef4e45f7a4f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c1394ed91e4faa" /><Relationship Type="http://schemas.openxmlformats.org/officeDocument/2006/relationships/notesMaster" Target="/ppt/notesMasters/notesMaster1.xml" Id="R404a387f633942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82e3d07381443a" /><Relationship Type="http://schemas.openxmlformats.org/officeDocument/2006/relationships/notesMaster" Target="/ppt/notesMasters/notesMaster1.xml" Id="R3f07cd14f79f47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efd23bc159484f" /><Relationship Type="http://schemas.openxmlformats.org/officeDocument/2006/relationships/notesMaster" Target="/ppt/notesMasters/notesMaster1.xml" Id="R2d065ca5054c45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cfe6212d664675" /><Relationship Type="http://schemas.openxmlformats.org/officeDocument/2006/relationships/notesMaster" Target="/ppt/notesMasters/notesMaster1.xml" Id="R2fea64f7116b4b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e4df81c921449e6" /><Relationship Type="http://schemas.openxmlformats.org/officeDocument/2006/relationships/notesMaster" Target="/ppt/notesMasters/notesMaster1.xml" Id="Rc3d0471dbb4749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8eeda5d453468f" /><Relationship Type="http://schemas.openxmlformats.org/officeDocument/2006/relationships/notesMaster" Target="/ppt/notesMasters/notesMaster1.xml" Id="R26eaf0bb576e4e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cfc533a7bd4f16" /><Relationship Type="http://schemas.openxmlformats.org/officeDocument/2006/relationships/notesMaster" Target="/ppt/notesMasters/notesMaster1.xml" Id="R9af0fdc4a8fc42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d99978124745d0" /><Relationship Type="http://schemas.openxmlformats.org/officeDocument/2006/relationships/notesMaster" Target="/ppt/notesMasters/notesMaster1.xml" Id="Rbdbe7aff830f4a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aa446db8c84924" /><Relationship Type="http://schemas.openxmlformats.org/officeDocument/2006/relationships/notesMaster" Target="/ppt/notesMasters/notesMaster1.xml" Id="R41b02e00d5e642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b3bbc25b3624229" /><Relationship Type="http://schemas.openxmlformats.org/officeDocument/2006/relationships/notesMaster" Target="/ppt/notesMasters/notesMaster1.xml" Id="R1de06c44611847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befe5fa2e943e4" /><Relationship Type="http://schemas.openxmlformats.org/officeDocument/2006/relationships/notesMaster" Target="/ppt/notesMasters/notesMaster1.xml" Id="Rf1271eed924b4e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b93fc5a8e0147db" /><Relationship Type="http://schemas.openxmlformats.org/officeDocument/2006/relationships/notesMaster" Target="/ppt/notesMasters/notesMaster1.xml" Id="R8c44fd84ab9440f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0db355be0f407a" /><Relationship Type="http://schemas.openxmlformats.org/officeDocument/2006/relationships/notesMaster" Target="/ppt/notesMasters/notesMaster1.xml" Id="R6c3f8ed46f534e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b26a3af4df4b31" /><Relationship Type="http://schemas.openxmlformats.org/officeDocument/2006/relationships/notesMaster" Target="/ppt/notesMasters/notesMaster1.xml" Id="Rdf119be0827841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f331cf95184630" /><Relationship Type="http://schemas.openxmlformats.org/officeDocument/2006/relationships/notesMaster" Target="/ppt/notesMasters/notesMaster1.xml" Id="Rd02c99412ce743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2e82308b3594634" /><Relationship Type="http://schemas.openxmlformats.org/officeDocument/2006/relationships/notesMaster" Target="/ppt/notesMasters/notesMaster1.xml" Id="R51f6c5c07ce544c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63d1d61148e4490" /><Relationship Type="http://schemas.openxmlformats.org/officeDocument/2006/relationships/notesMaster" Target="/ppt/notesMasters/notesMaster1.xml" Id="Rd991c3bc4a2c445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b2e58b5922f4667" /><Relationship Type="http://schemas.openxmlformats.org/officeDocument/2006/relationships/notesMaster" Target="/ppt/notesMasters/notesMaster1.xml" Id="R3f14419fc7b74c4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2ceb0c7d49447d2" /><Relationship Type="http://schemas.openxmlformats.org/officeDocument/2006/relationships/notesMaster" Target="/ppt/notesMasters/notesMaster1.xml" Id="R495f6657ac5b446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f29f531e2d4894" /><Relationship Type="http://schemas.openxmlformats.org/officeDocument/2006/relationships/notesMaster" Target="/ppt/notesMasters/notesMaster1.xml" Id="R0767866d29894b7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3eb251f01e848b7" /><Relationship Type="http://schemas.openxmlformats.org/officeDocument/2006/relationships/notesMaster" Target="/ppt/notesMasters/notesMaster1.xml" Id="Re0a46ff5acda42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10 do dbt Moderno na Prática. Hoje vamos trabalhar o tema “FinOps do pipeline”. Menos recomputação sem mudar o resultado funcional.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10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“Otimização só é válida quando o resultado continua igual ao full build.”.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Otimização só é válida quando o resultado continua igual ao full build.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corrigir incremental, Medir linhas e duração e Usar microbatch somente quando fizer sentido.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“Custo precisa de uma equação”.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Compute × tempo não é o único componente. Para tornar isso concreto, observe compute e duração, Storage e orquestração e Retries e retrabalho.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“Incremental exige filtro e chave”.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merge sem is_incremental() ainda lê todo o histórico. Para tornar isso concreto, observe unique_key, Filtro de candidatos e Equivalência com full refresh.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“Incremental exige filtro e chave”.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merge sem is_incremental() ainda lê todo o histórico. Siga a composição na ordem mostrada e conecte fonte, Filtro, Merge e Tabela.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diagrama oficial mostra a redução de leitura”.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Registros existentes permanecem; somente novos candidatos entram. Para tornar isso concreto, observe estado existente, Novos registros e Resultado acumulado.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diagrama oficial mostra a redução de leitura”.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Registros existentes permanecem; somente novos candidatos entram.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“Microbatch precisa de event_time”.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Lotes temporais só ajudam quando evento, janela e backfill são mensuráveis. Para tornar isso concreto, observe event_time, batch_size e lookback.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“Microbatch precisa de event_time”.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Lotes temporais só ajudam quando evento, janela e backfill são mensuráveis.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“Materialização muda o perfil de custo”.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View, table e incremental trocam compute, storage e latência. Para tornar isso concreto, observe view: compute na leitura, Table: compute na construção e Incremental: estado e complexidade.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“Materialização muda o perfil de custo”.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View, table e incremental trocam compute, storage e latência. Siga a composição na ordem mostrada e conecte view, Table, View: compute na leitura, Table: compute na construção e Incremental: estado e complexidade.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“Benchmark precisa de correção funcional”.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Linhas e segundos só importam depois de reconciliar o ground truth. Para tornar isso concreto, observe mesmo resultado, Menos linhas processadas e Duração normalizada.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“Benchmark precisa de correção funcional”.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Linhas e segundos só importam depois de reconciliar o ground truth. Siga a composição na ordem mostrada e conecte correção, Volume e Tempo.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10.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full build registrado, Incremental com lote novo e Resultados reconciliados.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Equivalência funcional + redução mensurável. Esse resultado confirma que a etapa executada produziu a evidência esperada para o checkpoint 10.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regra testada, FinOps: custo observado e IA: tabela previsível.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“70%”.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70%: redução de consumo reportada pela Symend. O número ajuda a dimensionar o exemplo, mas precisa ser lido com a ressalva correta. Resultado da empresa/dbt Labs; não é expectativa universal.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duckDB não estima custo cloud, Microbatch adiciona complexidade e Benchmark varia por máquina.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Materialization v2 e engines novas só entram depois de evidência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Compare full e incremental e prove igualdade antes de falar em economia.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https://docs.getdbt.com/docs/build/incremental-models-overview</a:t>
            </a:r>
          </a:p>
          <a:p xmlns:a="http://schemas.openxmlformats.org/drawingml/2006/main">
            <a:r>
              <a:t>- https://docs.getdbt.com/docs/build/incremental-microbatch</a:t>
            </a:r>
          </a:p>
          <a:p xmlns:a="http://schemas.openxmlformats.org/drawingml/2006/main">
            <a:r>
              <a:t>- https://www.getdbt.com/case-studies/symend</a:t>
            </a:r>
          </a:p>
          <a:p xmlns:a="http://schemas.openxmlformats.org/drawingml/2006/main">
            <a:r>
              <a:t>- https://github.com/AnselmoBorges/dbt-moderno-na-pratica/blob/main/roteiros/10-finops-pipeline.md</a:t>
            </a:r>
          </a:p>
          <a:p xmlns:a="http://schemas.openxmlformats.org/drawingml/2006/main">
            <a:r>
              <a:t>- repo://laboratorio/checkpoints/ep10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104d943ca441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2d3e758473a46c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73c5f0c9e634d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03f10935624d81" /><Relationship Type="http://schemas.openxmlformats.org/officeDocument/2006/relationships/slideLayout" Target="/ppt/slideLayouts/slideLayout1.xml" Id="Ref4e6e9ec0314d5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a9c5809f39346bd" /><Relationship Type="http://schemas.openxmlformats.org/officeDocument/2006/relationships/slideLayout" Target="/ppt/slideLayouts/slideLayout2.xml" Id="R6737aea872b0460a" /><Relationship Type="http://schemas.openxmlformats.org/officeDocument/2006/relationships/slideLayout" Target="/ppt/slideLayouts/slideLayout3.xml" Id="Rad32440c782d45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4e6e9ec0314d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6737aea872b0460a"/>
    <p:sldLayoutId xmlns:r="http://schemas.openxmlformats.org/officeDocument/2006/relationships" id="2147483652" r:id="Rad32440c782d4510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9573244d6841a3" /><Relationship Type="http://schemas.openxmlformats.org/officeDocument/2006/relationships/image" Target="/ppt/media/image.jpeg" Id="R2c32f6bcbe0b495c" /><Relationship Type="http://schemas.openxmlformats.org/officeDocument/2006/relationships/notesSlide" Target="/ppt/notesSlides/notesSlide1.xml" Id="Re43fba07ce8441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fd602dcb17d42bd" /><Relationship Type="http://schemas.openxmlformats.org/officeDocument/2006/relationships/image" Target="/ppt/media/image.png" Id="R7e3ca47b4c5a4f2a" /><Relationship Type="http://schemas.openxmlformats.org/officeDocument/2006/relationships/notesSlide" Target="/ppt/notesSlides/notesSlide2.xml" Id="Rad34b9f883484c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dae1c4b9dd4715" /><Relationship Type="http://schemas.openxmlformats.org/officeDocument/2006/relationships/notesSlide" Target="/ppt/notesSlides/notesSlide3.xml" Id="Rc6db14249ca346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a5904b8b994032" /><Relationship Type="http://schemas.openxmlformats.org/officeDocument/2006/relationships/notesSlide" Target="/ppt/notesSlides/notesSlide4.xml" Id="R6caacbc541d04c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b28e9a43b724e76" /><Relationship Type="http://schemas.openxmlformats.org/officeDocument/2006/relationships/notesSlide" Target="/ppt/notesSlides/notesSlide5.xml" Id="R03f9abb7753046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d7c959c558418d" /><Relationship Type="http://schemas.openxmlformats.org/officeDocument/2006/relationships/notesSlide" Target="/ppt/notesSlides/notesSlide6.xml" Id="R3ce0c168f02043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0cdd5750994309" /><Relationship Type="http://schemas.openxmlformats.org/officeDocument/2006/relationships/notesSlide" Target="/ppt/notesSlides/notesSlide7.xml" Id="R661beabf52fe4e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6649e02cb940ac" /><Relationship Type="http://schemas.openxmlformats.org/officeDocument/2006/relationships/image" Target="/ppt/media/image2.png" Id="R0c1fff735bff4118" /><Relationship Type="http://schemas.openxmlformats.org/officeDocument/2006/relationships/notesSlide" Target="/ppt/notesSlides/notesSlide8.xml" Id="Re701cbc679e343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5e4541335648bd" /><Relationship Type="http://schemas.openxmlformats.org/officeDocument/2006/relationships/notesSlide" Target="/ppt/notesSlides/notesSlide9.xml" Id="Rbdae01967ef046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0af91e0a0b4492" /><Relationship Type="http://schemas.openxmlformats.org/officeDocument/2006/relationships/image" Target="/ppt/media/image3.png" Id="R0d08636cb9654076" /><Relationship Type="http://schemas.openxmlformats.org/officeDocument/2006/relationships/notesSlide" Target="/ppt/notesSlides/notesSlide10.xml" Id="R604ca63b8f1d4f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4397a9e0f74fd6" /><Relationship Type="http://schemas.openxmlformats.org/officeDocument/2006/relationships/notesSlide" Target="/ppt/notesSlides/notesSlide11.xml" Id="R01ef8c794f744c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e8d0cfef644af4" /><Relationship Type="http://schemas.openxmlformats.org/officeDocument/2006/relationships/notesSlide" Target="/ppt/notesSlides/notesSlide12.xml" Id="R21b7d30e89d64a1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91ffda3952c42f8" /><Relationship Type="http://schemas.openxmlformats.org/officeDocument/2006/relationships/notesSlide" Target="/ppt/notesSlides/notesSlide13.xml" Id="R88d35f811eb249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cf4ee6228941ce" /><Relationship Type="http://schemas.openxmlformats.org/officeDocument/2006/relationships/notesSlide" Target="/ppt/notesSlides/notesSlide14.xml" Id="R1a7874390c494b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2ad07cbf754720" /><Relationship Type="http://schemas.openxmlformats.org/officeDocument/2006/relationships/notesSlide" Target="/ppt/notesSlides/notesSlide15.xml" Id="R6144933f0eec48f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df3f65cb054495" /><Relationship Type="http://schemas.openxmlformats.org/officeDocument/2006/relationships/notesSlide" Target="/ppt/notesSlides/notesSlide16.xml" Id="Ra3b3d3d64aa545d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e1eb7102c6450e" /><Relationship Type="http://schemas.openxmlformats.org/officeDocument/2006/relationships/notesSlide" Target="/ppt/notesSlides/notesSlide17.xml" Id="R123c22c04c9242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96970ce4e2e49fe" /><Relationship Type="http://schemas.openxmlformats.org/officeDocument/2006/relationships/notesSlide" Target="/ppt/notesSlides/notesSlide18.xml" Id="Rb3e772eaf64f4a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99d15fc00e4237" /><Relationship Type="http://schemas.openxmlformats.org/officeDocument/2006/relationships/notesSlide" Target="/ppt/notesSlides/notesSlide19.xml" Id="R1ae2969b56434b7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592661443a4ecf" /><Relationship Type="http://schemas.openxmlformats.org/officeDocument/2006/relationships/notesSlide" Target="/ppt/notesSlides/notesSlide20.xml" Id="Re9e05a8f25ad430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026569baae4a5b" /><Relationship Type="http://schemas.openxmlformats.org/officeDocument/2006/relationships/notesSlide" Target="/ppt/notesSlides/notesSlide21.xml" Id="R901c5301516545e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333d8efb9254c9f" /><Relationship Type="http://schemas.openxmlformats.org/officeDocument/2006/relationships/notesSlide" Target="/ppt/notesSlides/notesSlide22.xml" Id="R5246fdb08b864f3a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10 — FinOps do pipelin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32f6bcbe0b495c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D4C28502-6DA9-4A07-9E34-EDBF73D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FBF92D2C-6EE2-490D-9378-2D07A298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A8E18D91-9C5A-4CEC-95C0-B05F3DEC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78DF95-92A0-49FB-B05C-4540B3A0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FinOps do pipeline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19FC323-D5FF-4BC9-9D47-A36A96BB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Menos recomputação sem mudar o resultado funcional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9A885C6-955F-41A2-A559-4D538C42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D67CB472-1D61-498C-A13E-EAE5F1C4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10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23687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AF904CD-AC4A-4A89-AD97-25BC8387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Otimização só é válida quando o resultado continua igual ao full build.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A945E2EE-8CC9-4549-AE6A-EAEC0BC1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DF925489-E54C-4888-BFFC-5A4A3BBF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D5D56D53-E218-4DD8-BBC9-FF4C75F3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Otimização só é válida quando o resultado continua igual ao full build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3ca47b4c5a4f2a"/>
          <a:stretch xmlns:a="http://schemas.openxmlformats.org/drawingml/2006/main"/>
        </p:blipFill>
        <p:spPr>
          <a:xfrm xmlns:a="http://schemas.openxmlformats.org/drawingml/2006/main">
            <a:off x="3996480" y="3790950"/>
            <a:ext cx="4199039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77FC2C49-B1F7-40B0-8A24-FD2341AE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11CB813-60C2-47BF-A54A-56901DE3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242055E-5B34-4BD9-900A-D702A795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37730B-0014-4CF2-9FF8-21222821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92130975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20B0CA-A47C-4526-B8B7-F73D8F03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87B24F4-A6FF-4DFA-9888-C564CB65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C2949C5E-7983-40E8-8061-15F2B94C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Corrigir incremental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FCEE315-5809-4C13-9198-2E42C625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C393D53-C7A1-454C-B9CE-F58770D5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0AC1751-3706-473D-B2AC-0544BA1C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Medir linhas e duração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96AE5D3-05E5-4F77-8606-B4116B78D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D8550867-9771-4BB9-8609-8DF0E558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CC3BA0C7-7768-4D55-8F20-8777D142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Usar microbatch somente quando fizer sentido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0E298E92-D250-4712-BD02-48FB2078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66F74DF-4B23-4BFE-9E99-E6A690B6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C6191C9D-217E-4C13-BAFB-875374D4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189936-EF91-4E03-B679-317DBE29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858662613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0D3CDA-5E2E-4912-9792-C3423343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Custo precisa de uma equação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CEFF357-3633-4FBA-A636-9D2E0F56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Compute × tempo não é o único componente.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CC18B6E-6D57-41A3-92A7-0E21BF54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Compute e duração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Storage e orquestração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Retries e retrabalho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9C049D0-BAFB-4E4A-920D-5EC22AA6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C8D476D-B588-4D90-8D04-AA2A6A87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B6FCDF4-D3EB-493D-8F46-AD152FB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3C8347A-2788-4F95-8AEA-2AB5AEE7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B32D46-33A6-49E2-AA40-11DBABCD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38B7B08C-FA32-4986-A1E6-3E6A42B6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8D9E55-7F02-4B0D-88E0-EBEBD87B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10398836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3B7813-2B56-44FF-A2BC-2CD9498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Incremental exige filtro e chave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F8C16D-BAD7-4A0A-B845-B188F462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merge sem is_incremental() ainda lê todo o histórico.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528D700F-CA00-425B-8BDD-E8528753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unique_key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Filtro de candidatos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Equivalência com full refresh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9ADC550-EC7E-4938-816C-96A14E65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F91BE21-D1A5-46C6-9A8B-4B9DA6D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62E5C7B-B205-4169-B7FC-0D919575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2AF4E2E-3DA0-4948-8B4F-ECD12E5F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A12003-EA33-42E7-AB43-F7A23198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C516E70-5EA8-4EBD-8075-72A92185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B84BF5-DB13-4D30-89BC-2ACFE6A9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45475572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AA1A93-7B09-4B38-B25E-1B58ED52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Incremental exige filtro e chave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0D90A5BD-67F1-4E63-AA2D-FE97CFAB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Fonte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279EB0BF-424E-4D35-8110-B92BB9BD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Filtro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B8C0D945-5B79-4015-94BF-3F7F75A0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Merge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DF21D80B-FF08-4E81-A76A-25F9FEC1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Tabela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1D4F9785-8672-4B23-8AB3-6FD37E8A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DE6C7E-7FE8-443E-AE70-65617FCF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3FE5EEB-2F5E-4C90-8B40-5B367576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598DE1-D42E-43F2-A8D6-4286F8E3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862301738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4CCCA8-4C82-4495-9680-8A47FF5B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diagrama oficial mostra a redução de leitura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5E1D36A-6554-4109-916B-630C0BA1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Registros existentes permanecem; somente novos candidatos entram.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03070AF-D1E6-43CD-870E-92DA5EAB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existente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Novos registros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Resultado acumulado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0455C24-BF6C-45FE-B512-6FB1F0A0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BFA70E0-A1D2-4EBC-943A-98E534C9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15F764E-F030-4C87-A4CB-F4EBD5C2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4795CDD-2355-4A7C-BAB6-96E152BF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B64BB93-64DA-45B7-9ED7-21F33AB4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ED63C2B-982C-4974-B874-46B45A2A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CD38DA-FF6C-46A4-B277-789DF014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4623760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273B7D-D207-478B-A2FB-39F61D53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diagrama oficial mostra a redução de leitura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9E452144-F65D-45D2-9C5C-93769FB5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Registros existentes permanecem; somente novos candidatos entram.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D57E8CA5-A049-4CCE-9C23-CD8059E8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O diagrama oficial mostra a redução de leitura — Registros existentes permanecem; somente novos candidatos entra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1fff735bff4118"/>
          <a:stretch xmlns:a="http://schemas.openxmlformats.org/drawingml/2006/main"/>
        </p:blipFill>
        <p:spPr>
          <a:xfrm xmlns:a="http://schemas.openxmlformats.org/drawingml/2006/main">
            <a:off x="5429250" y="2162031"/>
            <a:ext cx="5791200" cy="2629187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86FFF3CB-F280-4D5A-9EAD-542320F4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5C3B07C2-7347-4326-80C4-34C15E1B7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3C79D00-67DC-423F-BBBD-6C3BDC99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FDB92D9-AA13-41D9-A581-B32C1D4E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8F14F2-0AB0-4D72-842D-639C580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14804436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59CC22-EBC8-4E78-8638-570C5796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Microbatch precisa de event_time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8C5E7F4-73D5-4C59-B4B7-732833F9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Lotes temporais só ajudam quando evento, janela e backfill são mensuráveis.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3172ED9-631F-4207-ADE4-EAB047FA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event_time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batch_size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lookback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9CD8E61-B6FC-4F46-88CB-4DACCCCA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E88E224-2E91-4861-856C-A0C17F3D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5725994-0BC5-4666-A4CE-B9ED1A0F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6A049AD-C4AB-4347-8694-232A380A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AE1C733-9F20-4120-BCEF-39DCD7FE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2452558-4DB9-495B-A9B3-F3485A14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C66993-F583-4E24-8BA3-50D80F8A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859374304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52FE4A-AD79-4E7D-8A67-F56DE1C4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Microbatch precisa de event_time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D2028751-86C7-4A18-AB31-7F88A851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Lotes temporais só ajudam quando evento, janela e backfill são mensuráveis.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D114820B-DA54-4A37-9F7A-2CD81061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Microbatch precisa de event_time — Lotes temporais só ajudam quando evento, janela e backfill são mensurávei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8636cb9654076"/>
          <a:stretch xmlns:a="http://schemas.openxmlformats.org/drawingml/2006/main"/>
        </p:blipFill>
        <p:spPr>
          <a:xfrm xmlns:a="http://schemas.openxmlformats.org/drawingml/2006/main">
            <a:off x="5429250" y="2581784"/>
            <a:ext cx="5791200" cy="1789683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6AD6A755-0CF4-4668-9FB8-8169ECD1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F102AC4-BC5B-4AE4-BEF6-F1776CE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380EC3C-6605-4E98-9F4C-91A43C9C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08828F9-0C96-45D9-8A8D-79C10254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1EDFA5-7091-4005-A5BC-3915F14E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202241923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85E939-88DB-47D6-974F-5652FE1C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Materialização muda o perfil de custo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D9B1018-9DDD-4A0E-B81F-7C428380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View, table e incremental trocam compute, storage e latência.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DB3B402-4D76-4F51-B5AE-39C17860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View: compute na leitura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Table: compute na construção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Incremental: estado e complexidade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1D53A66-4B7E-4FB8-B345-1B79D4B4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598C4B9-B666-4356-A1BC-384C2D07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5B50050-8EB9-465D-A850-6265DF3C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D5C76CF-7358-4AEF-AD4E-BA7C7374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ACBEA5E-A1CD-4ABF-87EF-C099A60B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0F8875E-8A8A-4A83-B24E-CCFEF3DC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E059C16-1B07-4AFD-8DFB-A460EF3E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19504548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792F34-FD28-4437-96DD-3EA9BE41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Materialização muda o perfil de custo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32A56356-C4C3-4378-909B-5791B3B1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View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1F549B81-28F8-4897-A3CE-CACEBEC4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Table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F97FA1A3-E762-4280-9D5E-C7A3DC82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D99D0F94-A883-40AF-B8F9-63F7E817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View: compute na leitura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Table: compute na construção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60DBDE4B-6E32-4514-90C0-5590C87E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Incremental: estado e complexidade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06B2890-D264-457F-94B0-92CB7B65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72897CB-AFF6-408F-A8D5-CB66238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5402EE2-76A4-4AF9-AAAA-25D6ACB5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97470B-179D-45C6-8F96-27B619CE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897283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216483-0C69-4B4D-B00A-A9BA6B7D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Benchmark precisa de correção funcional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0BA3880-5358-4575-B2AD-0161F8FA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Linhas e segundos só importam depois de reconciliar o ground truth.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C30FD88-BC8C-4EED-B08B-C0A9F7A3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resultado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Menos linhas processadas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Duração normalizada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C393655-E7A6-49F6-9CAF-C54B54EC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508996D-7794-480A-8821-2196B7D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229F9E6-61DD-4AE3-B298-99AA5993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4AB1399-35F0-4B49-A570-02596268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FBF0C19-7F2C-4BF1-BCC6-3210E783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56340167-8FBE-4052-847A-D9B999E5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EFBF44-1575-407D-8397-E4ED9B64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317628379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09DF22-E118-44AC-8581-1575758D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Benchmark precisa de correção funcional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3C7EBD5C-E05A-49A3-AB93-D2DAD19F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C5E8AC33-EB19-4ABB-AEFE-470EB3B9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Correção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D1A21D9E-486B-4E81-B808-FC169F84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B9C51219-A685-470C-9CF8-0EA36031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41350C7B-9503-4AB7-B08D-8A74FA9E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D3E4EB94-7A4D-4A2A-8385-712E4719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Tempo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7550AF76-E41A-4670-9874-7170FA6C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EA7A0D-4E37-4195-A623-41CBD663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CA0132AE-BAF1-4E37-8832-7C265DCC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EFDD7C-EF35-4BCE-B9E4-4486846F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90454280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1F166BF-84B8-44D1-B911-38FBCADC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69DB6B6A-7478-4157-B068-2DE562D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A6C100D9-0F08-4CE1-A60C-86AE7D50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10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36E8C122-87CC-43D3-9FF5-A6D797A0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FADCF13-D020-445B-BCB7-F069B7DA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7D2DA61-8B29-49DF-90E4-AD7AB26D2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D61B986-ECAA-4472-9341-1C81DD4E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6C522F-248B-4A48-BFC9-1C7F5664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28515108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0E7993-6BD0-428F-BAB3-1D74C1562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A97AEF0-474D-44C6-82EA-A0CDBBCC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7F6AD425-2984-4E91-8C1C-122E752A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Full build registrado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03A9CE1-1B7B-4D3E-A872-F4173F4B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8EF53E6F-7C07-47A5-BD44-6D27504A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64C93B9-6E56-420F-9A50-6625E083E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Incremental com lote novo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D3B8267-54C6-4089-A01C-FB5EF17B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C3780800-29B8-4920-AFDD-A8C66A06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25643D9-E957-4746-8DD1-B56E975E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Resultados reconciliados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5562275-650A-47BA-87F0-13EBC4E9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12F756B-15BB-46D6-B20B-035A04B0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62682A48-19C8-4E36-8BB4-67BA5ACB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7E1367-58F1-4971-B414-DF078AD6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50293105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63AC5CC9-6B54-4596-B087-1B403BE4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0D6CA88A-B3A0-46F5-8E94-991A4289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Equivalência funcional + redução mensurável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7281ED2C-D13F-4BC9-8053-643DFA63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10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90A31A6-B2C2-43D4-9774-B7AB7FB1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0F7CABA-A43C-4ABE-B244-469D1C3B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E8C6591-373E-4F26-9292-0367E3AA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B9A3134-8AC4-4986-9196-E2111130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905631E-4985-4BC3-AC86-C151512D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AE5C96-413E-45AD-A292-C05BE823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629516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B5A0CF-FF44-4AD7-8011-0268F506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9F0D88B-0FEB-451D-A350-42F2B80C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7E482F7F-7DCB-4D04-BBCA-FCE203BC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regra testada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E70DE8C-A513-4876-8874-F48EE8A0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CE0124F-5739-4310-8377-5A21E6FDE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D60AF19C-7788-4B0F-A384-DBE814E6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custo observado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DEB23C5-22C4-4A30-A330-C7571A68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0E06905-DCE3-40B7-8B92-288C3761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AB285426-2B74-4EF2-A5A8-ED1971E0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tabela previsível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B2ADC7F-51FE-48FE-BE41-66146765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00C434-3D04-431A-BCC9-CD91E138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9EC68425-0EEF-418A-9960-928BAC7D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552D3B-50C3-43CF-B4DD-12B9EE2B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725361534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1D4C2FBB-66C4-4EC8-9E4D-67C8C4DE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70%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B974E194-D11A-4584-8441-1ABA556A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redução de consumo reportada pela Symend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0633A0D0-58BE-48BD-A474-06DA2A24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51FEB013-6CAB-4842-A583-844BF403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da empresa/dbt Labs; não é expectativa universal.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47D86AF1-297A-4863-9BBA-787BDBB5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3FC959D-FC09-433A-AFB4-40A724AF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CC27FFE-C87A-45CD-B52B-240B4428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FDAF308-1C68-4FA0-9FD2-8048003C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5458823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459095-8D71-4A6A-9D47-3F9CF707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9D7B24C1-11B4-429A-91BD-A4B99E98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DuckDB não estima custo cloud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Microbatch adiciona complexidade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Benchmark varia por máquina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6EFDBE8-3DAE-4517-AE22-748812B8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EE179A0-D8F8-4107-856C-F4036129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D8524021-7238-4AB2-B0D5-E6B3F77B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863B5D-02FB-4CEE-89D3-6B2D59EE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881463942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A8A4FD78-4562-4524-BAA7-53A2F95A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715DD9F3-E0E1-45A0-8A08-64508F8C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Materialization v2 e engines novas só entram depois de evidência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2BAA0F2B-D6DF-4F6E-A029-0DBB5DBA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1AE2F7C-CB06-4415-96A0-608F3C4B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C0A72B4-431D-4CAA-9E57-43F6CA4E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E86453E-7017-47BE-8F46-0160EE26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ED33D0E-1F6E-4D87-8F1D-E36F1DD6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34460DC-AD99-43F9-AC5F-68B5618D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60CA24-A199-441F-BC1C-E02BE6D5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88196766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7FADF8CE-0EDD-4EA4-91CD-53C0D4CB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EE6C00F0-A446-4CF6-B9A9-B0911427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Compare full e incremental e prove igualdade antes de falar em economia.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57765856-B71A-4FAD-8D19-3E08A966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10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9C95AB62-9AC6-4AD0-8225-E7F2B82B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7106AA0-8028-45CF-BD60-8304CA7A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8741BCB-EE46-42C3-8AA5-12E9F2F2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6228019-C2D8-4EA1-9135-FFDA6478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3171828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2026-09-02T01:19:30.1010000Z</dcterms:created>
  <dcterms:modified xsi:type="dcterms:W3CDTF">2026-09-02T01:19:30.1010000Z</dcterms:modified>
</coreProperties>
</file>