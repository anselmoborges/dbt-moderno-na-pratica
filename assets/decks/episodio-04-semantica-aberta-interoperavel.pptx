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afcbb2a2d64523" /><Relationship Type="http://schemas.openxmlformats.org/officeDocument/2006/relationships/extended-properties" Target="/docProps/app.xml" Id="R5ed385166c644054" /><Relationship Type="http://schemas.openxmlformats.org/officeDocument/2006/relationships/officeDocument" Target="/ppt/presentation.xml" Id="Rc0e644c80aa142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a95ff7523c48d1"/>
    <p:sldMasterId xmlns:r="http://schemas.openxmlformats.org/officeDocument/2006/relationships" id="2147483650" r:id="R87d956bc9dc2498c"/>
  </p:sldMasterIdLst>
  <p:notesMasterIdLst>
    <p:notesMasterId xmlns:r="http://schemas.openxmlformats.org/officeDocument/2006/relationships" r:id="R12e10e0d1fac4c17"/>
  </p:notesMasterIdLst>
  <p:sldIdLst>
    <p:sldId xmlns:r="http://schemas.openxmlformats.org/officeDocument/2006/relationships" id="256" r:id="Ra59b712813774d2d"/>
    <p:sldId xmlns:r="http://schemas.openxmlformats.org/officeDocument/2006/relationships" id="257" r:id="R00bc4d17cb254c57"/>
    <p:sldId xmlns:r="http://schemas.openxmlformats.org/officeDocument/2006/relationships" id="258" r:id="R24fa900f84cf4c6f"/>
    <p:sldId xmlns:r="http://schemas.openxmlformats.org/officeDocument/2006/relationships" id="259" r:id="R444f2f59ef9a4888"/>
    <p:sldId xmlns:r="http://schemas.openxmlformats.org/officeDocument/2006/relationships" id="260" r:id="Ree29e03629fe48fa"/>
    <p:sldId xmlns:r="http://schemas.openxmlformats.org/officeDocument/2006/relationships" id="261" r:id="Re784c5c3a4024611"/>
    <p:sldId xmlns:r="http://schemas.openxmlformats.org/officeDocument/2006/relationships" id="262" r:id="R28e0ac0f915940e8"/>
    <p:sldId xmlns:r="http://schemas.openxmlformats.org/officeDocument/2006/relationships" id="263" r:id="R5555f7479eb34b0c"/>
    <p:sldId xmlns:r="http://schemas.openxmlformats.org/officeDocument/2006/relationships" id="264" r:id="R0d6253c81e564b9f"/>
    <p:sldId xmlns:r="http://schemas.openxmlformats.org/officeDocument/2006/relationships" id="265" r:id="R1f3a3e88a6c44883"/>
    <p:sldId xmlns:r="http://schemas.openxmlformats.org/officeDocument/2006/relationships" id="266" r:id="R3cf0ab40cee34793"/>
    <p:sldId xmlns:r="http://schemas.openxmlformats.org/officeDocument/2006/relationships" id="267" r:id="R03d24827cf714f26"/>
    <p:sldId xmlns:r="http://schemas.openxmlformats.org/officeDocument/2006/relationships" id="268" r:id="R3557c8cad7ce4871"/>
    <p:sldId xmlns:r="http://schemas.openxmlformats.org/officeDocument/2006/relationships" id="269" r:id="Rbfb8ca975ed94bf8"/>
    <p:sldId xmlns:r="http://schemas.openxmlformats.org/officeDocument/2006/relationships" id="270" r:id="Rd359c864ab5f4b93"/>
    <p:sldId xmlns:r="http://schemas.openxmlformats.org/officeDocument/2006/relationships" id="271" r:id="R823d09d6056e4596"/>
    <p:sldId xmlns:r="http://schemas.openxmlformats.org/officeDocument/2006/relationships" id="272" r:id="R4f1238b4bf194fa6"/>
    <p:sldId xmlns:r="http://schemas.openxmlformats.org/officeDocument/2006/relationships" id="273" r:id="Rc4acf3e1342940cf"/>
    <p:sldId xmlns:r="http://schemas.openxmlformats.org/officeDocument/2006/relationships" id="274" r:id="R5c415893a4494d32"/>
    <p:sldId xmlns:r="http://schemas.openxmlformats.org/officeDocument/2006/relationships" id="275" r:id="R4fd205a984fa435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00219ff3a743a6" /><Relationship Type="http://schemas.openxmlformats.org/officeDocument/2006/relationships/slideMaster" Target="/ppt/slideMasters/slideMaster1.xml" Id="Rd5a95ff7523c48d1" /><Relationship Type="http://schemas.openxmlformats.org/officeDocument/2006/relationships/slideMaster" Target="/ppt/slideMasters/slideMaster2.xml" Id="R87d956bc9dc2498c" /><Relationship Type="http://schemas.openxmlformats.org/officeDocument/2006/relationships/notesMaster" Target="/ppt/notesMasters/notesMaster1.xml" Id="R12e10e0d1fac4c17" /><Relationship Type="http://schemas.openxmlformats.org/officeDocument/2006/relationships/presProps" Target="/ppt/presProps.xml" Id="R35f9717cc63c43bb" /><Relationship Type="http://schemas.openxmlformats.org/officeDocument/2006/relationships/tableStyles" Target="/ppt/tableStyles.xml" Id="R5a5061f707554bb7" /><Relationship Type="http://schemas.openxmlformats.org/officeDocument/2006/relationships/slide" Target="/ppt/slides/slide1.xml" Id="Ra59b712813774d2d" /><Relationship Type="http://schemas.openxmlformats.org/officeDocument/2006/relationships/slide" Target="/ppt/slides/slide2.xml" Id="R00bc4d17cb254c57" /><Relationship Type="http://schemas.openxmlformats.org/officeDocument/2006/relationships/slide" Target="/ppt/slides/slide3.xml" Id="R24fa900f84cf4c6f" /><Relationship Type="http://schemas.openxmlformats.org/officeDocument/2006/relationships/slide" Target="/ppt/slides/slide4.xml" Id="R444f2f59ef9a4888" /><Relationship Type="http://schemas.openxmlformats.org/officeDocument/2006/relationships/slide" Target="/ppt/slides/slide5.xml" Id="Ree29e03629fe48fa" /><Relationship Type="http://schemas.openxmlformats.org/officeDocument/2006/relationships/slide" Target="/ppt/slides/slide6.xml" Id="Re784c5c3a4024611" /><Relationship Type="http://schemas.openxmlformats.org/officeDocument/2006/relationships/slide" Target="/ppt/slides/slide7.xml" Id="R28e0ac0f915940e8" /><Relationship Type="http://schemas.openxmlformats.org/officeDocument/2006/relationships/slide" Target="/ppt/slides/slide8.xml" Id="R5555f7479eb34b0c" /><Relationship Type="http://schemas.openxmlformats.org/officeDocument/2006/relationships/slide" Target="/ppt/slides/slide9.xml" Id="R0d6253c81e564b9f" /><Relationship Type="http://schemas.openxmlformats.org/officeDocument/2006/relationships/slide" Target="/ppt/slides/slide10.xml" Id="R1f3a3e88a6c44883" /><Relationship Type="http://schemas.openxmlformats.org/officeDocument/2006/relationships/slide" Target="/ppt/slides/slide11.xml" Id="R3cf0ab40cee34793" /><Relationship Type="http://schemas.openxmlformats.org/officeDocument/2006/relationships/slide" Target="/ppt/slides/slide12.xml" Id="R03d24827cf714f26" /><Relationship Type="http://schemas.openxmlformats.org/officeDocument/2006/relationships/slide" Target="/ppt/slides/slide13.xml" Id="R3557c8cad7ce4871" /><Relationship Type="http://schemas.openxmlformats.org/officeDocument/2006/relationships/slide" Target="/ppt/slides/slide14.xml" Id="Rbfb8ca975ed94bf8" /><Relationship Type="http://schemas.openxmlformats.org/officeDocument/2006/relationships/slide" Target="/ppt/slides/slide15.xml" Id="Rd359c864ab5f4b93" /><Relationship Type="http://schemas.openxmlformats.org/officeDocument/2006/relationships/slide" Target="/ppt/slides/slide16.xml" Id="R823d09d6056e4596" /><Relationship Type="http://schemas.openxmlformats.org/officeDocument/2006/relationships/slide" Target="/ppt/slides/slide17.xml" Id="R4f1238b4bf194fa6" /><Relationship Type="http://schemas.openxmlformats.org/officeDocument/2006/relationships/slide" Target="/ppt/slides/slide18.xml" Id="Rc4acf3e1342940cf" /><Relationship Type="http://schemas.openxmlformats.org/officeDocument/2006/relationships/slide" Target="/ppt/slides/slide19.xml" Id="R5c415893a4494d32" /><Relationship Type="http://schemas.openxmlformats.org/officeDocument/2006/relationships/slide" Target="/ppt/slides/slide20.xml" Id="R4fd205a984fa43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779d80ff814042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7002cfc18a42cf" /><Relationship Type="http://schemas.openxmlformats.org/officeDocument/2006/relationships/notesMaster" Target="/ppt/notesMasters/notesMaster1.xml" Id="Rc159c3271bf444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b3855998924620" /><Relationship Type="http://schemas.openxmlformats.org/officeDocument/2006/relationships/notesMaster" Target="/ppt/notesMasters/notesMaster1.xml" Id="R242fab634e6c44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bae16396c94f22" /><Relationship Type="http://schemas.openxmlformats.org/officeDocument/2006/relationships/notesMaster" Target="/ppt/notesMasters/notesMaster1.xml" Id="R10cc29b9f2d346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ab1cd449dd462f" /><Relationship Type="http://schemas.openxmlformats.org/officeDocument/2006/relationships/notesMaster" Target="/ppt/notesMasters/notesMaster1.xml" Id="Rae4ff19d748c4f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86eba6de07493b" /><Relationship Type="http://schemas.openxmlformats.org/officeDocument/2006/relationships/notesMaster" Target="/ppt/notesMasters/notesMaster1.xml" Id="R34da8ab4367c40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6e99017257d47ac" /><Relationship Type="http://schemas.openxmlformats.org/officeDocument/2006/relationships/notesMaster" Target="/ppt/notesMasters/notesMaster1.xml" Id="R9bbaf276c1894f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92c807bd454c79" /><Relationship Type="http://schemas.openxmlformats.org/officeDocument/2006/relationships/notesMaster" Target="/ppt/notesMasters/notesMaster1.xml" Id="R086ec5bd134847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1c40d9ae4f436e" /><Relationship Type="http://schemas.openxmlformats.org/officeDocument/2006/relationships/notesMaster" Target="/ppt/notesMasters/notesMaster1.xml" Id="Rab4a55c4592f41f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a8bbe952bd4115" /><Relationship Type="http://schemas.openxmlformats.org/officeDocument/2006/relationships/notesMaster" Target="/ppt/notesMasters/notesMaster1.xml" Id="R2076b28c22f546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143053d52334418" /><Relationship Type="http://schemas.openxmlformats.org/officeDocument/2006/relationships/notesMaster" Target="/ppt/notesMasters/notesMaster1.xml" Id="Re8063b65a702405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601602d7492466e" /><Relationship Type="http://schemas.openxmlformats.org/officeDocument/2006/relationships/notesMaster" Target="/ppt/notesMasters/notesMaster1.xml" Id="R3113f3ae94994db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b8a72b460a428e" /><Relationship Type="http://schemas.openxmlformats.org/officeDocument/2006/relationships/notesMaster" Target="/ppt/notesMasters/notesMaster1.xml" Id="R74a23c637b2e403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f9659a77de4ee4" /><Relationship Type="http://schemas.openxmlformats.org/officeDocument/2006/relationships/notesMaster" Target="/ppt/notesMasters/notesMaster1.xml" Id="R98329d231a464fa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0cc4f9ccb534a10" /><Relationship Type="http://schemas.openxmlformats.org/officeDocument/2006/relationships/notesMaster" Target="/ppt/notesMasters/notesMaster1.xml" Id="R368fc31adca448b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a19395dda5b4ec7" /><Relationship Type="http://schemas.openxmlformats.org/officeDocument/2006/relationships/notesMaster" Target="/ppt/notesMasters/notesMaster1.xml" Id="R94e4d17cecf0495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cc8df138348425f" /><Relationship Type="http://schemas.openxmlformats.org/officeDocument/2006/relationships/notesMaster" Target="/ppt/notesMasters/notesMaster1.xml" Id="R0697cc11716f486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bd8992d4cf6456b" /><Relationship Type="http://schemas.openxmlformats.org/officeDocument/2006/relationships/notesMaster" Target="/ppt/notesMasters/notesMaster1.xml" Id="R4d79e8cc1689454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1e22c7bc96a42a3" /><Relationship Type="http://schemas.openxmlformats.org/officeDocument/2006/relationships/notesMaster" Target="/ppt/notesMasters/notesMaster1.xml" Id="Rff45109437d84ee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cfcf097eb7c40c1" /><Relationship Type="http://schemas.openxmlformats.org/officeDocument/2006/relationships/notesMaster" Target="/ppt/notesMasters/notesMaster1.xml" Id="R3083ec7d1a9247f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54732f0c0bb4397" /><Relationship Type="http://schemas.openxmlformats.org/officeDocument/2006/relationships/notesMaster" Target="/ppt/notesMasters/notesMaster1.xml" Id="R06712c7499fe4f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 objetivo do EPISÓDIO 4 e conecte-o ao checkpoint executável. Interoperabilidade começa quando o consumidor não precisa copiar a fórmula.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Interoperabilidade começa quando o consumidor não precisa copiar a fórmula. Use o diagrama para antecipar o problema que será comprovado no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os três resultados observáveis da aula: Consultar MetricFlow; Publicar SQL governado; Validar um artifact OSI.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MetricFlow, SQL e OSI reutilizam o mesmo contrato semântico. Desenvolva os pontos: Consulta local; Fachada estável; Artifact versionado.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consumidor pede métrica e dimensão; o compilador resolve o caminho. Desenvolva os pontos: Nome estável; Filtro permitido; SQL inspecionável.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O consumidor pede métrica e dimensão; o compilador resolve o caminho. Nome estável Filtro permitido SQL inspecionável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 e APIs podem consumir uma fachada sem reimplementar regra. Desenvolva os pontos: Schema e versão; Owner e SLA; Freshness e lineage.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BI e APIs podem consumir uma fachada sem reimplementar regra. Schema e versão Owner e SLA Freshness e lineage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artifact descreve semântica; cada consumidor ainda precisa implementar compatibilidade. Desenvolva os pontos: Documento validável; Versão explícita; Sem promessa de universalidade.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O artifact descreve semântica; cada consumidor ainda precisa implementar compatibilidade. Documento validável Versão explícita Sem promessa de universalidade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Nomes de métricas comprimem contexto e reduzem joins inventados. Desenvolva os pontos: delivered_revenue; metric_time; Dimensões permitidas.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Nomes de métricas comprimem contexto e reduzem joins inventados. delivered_revenue metric_time Dimensões permitidas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Execute python course.py checkpoint 04. Pause para o aluno acompanhar o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Durante a execução, destaque: MetricFlow consultado; Artifact OSI validado; 10 perguntas executadas em DuckDB.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Confirme o resultado esperado: Mesmo valor via métrica e SQL. Se o valor divergir, não avance sem investigar.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Conecte a técnica aos efeitos: Governança: fórmula versionada; FinOps: reuso mensurável; IA: contexto mais curto. Não prometa economia sem medição.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83 métricas: mantidas pela Inventa. Resultado reportado; o mecanismo é centralização com ownership.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os limites sem minimizá-los: OSI continua evoluindo; Export exige freshness e lineage; API local não é a Semantic Layer gerenciada.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APIs, cache e integrações hospedadas ficam para a temporada de plataforma. Reforce que beta e preview não fazem parte da aceitação.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Prove a mesma métrica via MetricFlow e SQL sem copiar a fórmula. Encerre conectando a aula ao próximo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a965fc67a740f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21d071dd02348c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d97fbe06f6147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d7aa303b804c20" /><Relationship Type="http://schemas.openxmlformats.org/officeDocument/2006/relationships/slideLayout" Target="/ppt/slideLayouts/slideLayout1.xml" Id="Ref10cbc36aac4a49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83462594d79443b6" /><Relationship Type="http://schemas.openxmlformats.org/officeDocument/2006/relationships/slideLayout" Target="/ppt/slideLayouts/slideLayout2.xml" Id="Rc3df15314823482e" /><Relationship Type="http://schemas.openxmlformats.org/officeDocument/2006/relationships/slideLayout" Target="/ppt/slideLayouts/slideLayout3.xml" Id="Re575f770705f4a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10cbc36aac4a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c3df15314823482e"/>
    <p:sldLayoutId xmlns:r="http://schemas.openxmlformats.org/officeDocument/2006/relationships" id="2147483652" r:id="Re575f770705f4a10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08be58da3e4f5c" /><Relationship Type="http://schemas.openxmlformats.org/officeDocument/2006/relationships/image" Target="/ppt/media/image.jpeg" Id="Rd42d1c019f094230" /><Relationship Type="http://schemas.openxmlformats.org/officeDocument/2006/relationships/notesSlide" Target="/ppt/notesSlides/notesSlide1.xml" Id="Rf8b0a4b0915d45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6a185bd51c74a64" /><Relationship Type="http://schemas.openxmlformats.org/officeDocument/2006/relationships/image" Target="/ppt/media/image.png" Id="R771c365560224236" /><Relationship Type="http://schemas.openxmlformats.org/officeDocument/2006/relationships/notesSlide" Target="/ppt/notesSlides/notesSlide2.xml" Id="Rf741ab38072849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827e5aecc044b5" /><Relationship Type="http://schemas.openxmlformats.org/officeDocument/2006/relationships/notesSlide" Target="/ppt/notesSlides/notesSlide3.xml" Id="R3e4e0822bc2943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9cad657aae4ca1" /><Relationship Type="http://schemas.openxmlformats.org/officeDocument/2006/relationships/notesSlide" Target="/ppt/notesSlides/notesSlide4.xml" Id="Rce08895162b349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4fcdde16fce4980" /><Relationship Type="http://schemas.openxmlformats.org/officeDocument/2006/relationships/notesSlide" Target="/ppt/notesSlides/notesSlide5.xml" Id="R95f8f29d16014d5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de4aa251164326" /><Relationship Type="http://schemas.openxmlformats.org/officeDocument/2006/relationships/notesSlide" Target="/ppt/notesSlides/notesSlide6.xml" Id="R15a158507c2741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d41c6c31af4750" /><Relationship Type="http://schemas.openxmlformats.org/officeDocument/2006/relationships/notesSlide" Target="/ppt/notesSlides/notesSlide7.xml" Id="R7d6a7eb847e948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a649156cfd44d25" /><Relationship Type="http://schemas.openxmlformats.org/officeDocument/2006/relationships/notesSlide" Target="/ppt/notesSlides/notesSlide8.xml" Id="R5169ea4127d34b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fb1805bcb39493d" /><Relationship Type="http://schemas.openxmlformats.org/officeDocument/2006/relationships/notesSlide" Target="/ppt/notesSlides/notesSlide9.xml" Id="R9c75571c9f384a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e8da24cd6047e6" /><Relationship Type="http://schemas.openxmlformats.org/officeDocument/2006/relationships/notesSlide" Target="/ppt/notesSlides/notesSlide10.xml" Id="R7df85cfc87f547d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da50a6d10c4e5d" /><Relationship Type="http://schemas.openxmlformats.org/officeDocument/2006/relationships/notesSlide" Target="/ppt/notesSlides/notesSlide11.xml" Id="Rf4d370c2a204457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6a225268ca54fc8" /><Relationship Type="http://schemas.openxmlformats.org/officeDocument/2006/relationships/notesSlide" Target="/ppt/notesSlides/notesSlide12.xml" Id="Ree71fce10dea483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31459a32e24e99" /><Relationship Type="http://schemas.openxmlformats.org/officeDocument/2006/relationships/notesSlide" Target="/ppt/notesSlides/notesSlide13.xml" Id="R62831d21b7dc489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91e7c7e3ec4c1c" /><Relationship Type="http://schemas.openxmlformats.org/officeDocument/2006/relationships/notesSlide" Target="/ppt/notesSlides/notesSlide14.xml" Id="Re287c48ab8fa40d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e6447739b64fd5" /><Relationship Type="http://schemas.openxmlformats.org/officeDocument/2006/relationships/notesSlide" Target="/ppt/notesSlides/notesSlide15.xml" Id="Rf34885ae53654c9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ecc3181e71f4385" /><Relationship Type="http://schemas.openxmlformats.org/officeDocument/2006/relationships/notesSlide" Target="/ppt/notesSlides/notesSlide16.xml" Id="Rd990107a5454481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41ce07f0af48d2" /><Relationship Type="http://schemas.openxmlformats.org/officeDocument/2006/relationships/notesSlide" Target="/ppt/notesSlides/notesSlide17.xml" Id="R8777b7653fe243a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cd479a73c3640a8" /><Relationship Type="http://schemas.openxmlformats.org/officeDocument/2006/relationships/notesSlide" Target="/ppt/notesSlides/notesSlide18.xml" Id="R7012f59887054e1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6ac495d5d941f0" /><Relationship Type="http://schemas.openxmlformats.org/officeDocument/2006/relationships/notesSlide" Target="/ppt/notesSlides/notesSlide19.xml" Id="R0b174e8a8c1b464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521fa30def47d2" /><Relationship Type="http://schemas.openxmlformats.org/officeDocument/2006/relationships/notesSlide" Target="/ppt/notesSlides/notesSlide20.xml" Id="R53746cf8781f4500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 descr="Ilustração conceitual autoral da capa: EPISÓDIO 4 — Semântica aberta e interoperável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2d1c019f094230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05071A4F-E0E4-4107-B1F1-B49B72EB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6679936D-B18C-47F9-AB37-13606E77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291875C4-902B-412F-988A-F483EDA4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4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F6EFB5A-33BA-4F4E-85D7-73B4201D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Semântica aberta e interoperável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E67F3C0-A085-4FD5-A48A-69520B7D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Uma definição, múltiplos canais de consumo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7A4552D4-89D7-4773-9E6D-FF73B408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4BD7C9D0-4731-4144-81C5-A9E456E6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04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7672814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D2A278ED-12FD-4322-AE96-7A553C37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Interoperabilidade começa quando o consumidor não precisa copiar a fórmula.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11ACFF50-3D09-4C75-A1A8-E148BD41F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AC1AF2F7-0283-4557-8ACC-453C6E98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898728BB-281C-49CF-8EFC-8BC46154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4" name="" descr="Diagrama didático autoral que apresenta: Interoperabilidade começa quando o consumidor não precisa copiar a fórmula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1c365560224236"/>
          <a:stretch xmlns:a="http://schemas.openxmlformats.org/drawingml/2006/main"/>
        </p:blipFill>
        <p:spPr>
          <a:xfrm xmlns:a="http://schemas.openxmlformats.org/drawingml/2006/main">
            <a:off x="2244785" y="3790950"/>
            <a:ext cx="7702430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8C8650A5-B416-4E07-B902-714E5089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39532A8-DD17-4B42-88BD-5E690CD8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EF4502A5-A30B-4EC6-906E-EC170006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9ED907-7A73-42BE-82DF-501A6C5B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1415375423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53BF1A-3338-449D-A0D2-68A01692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BBF0C274-D3BA-4163-A7BE-6330D2DA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0F03CD73-6613-4FD8-B156-28ED378C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Consultar MetricFlow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C1ADD13C-5570-40FC-9CD0-AA9FA3CA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78A9E337-297C-4600-95BC-7B0568BF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F22C9018-5018-4DBE-A37C-2010E866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Publicar SQL governado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50C33408-3A3E-47CF-A729-8112E09D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133AF3CD-F4B3-460A-834D-C6A75FDE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14412CD4-0477-483D-9501-74954CBC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Validar um artifact OSI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F92EFE43-22B6-4BFF-86B1-13AC6887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58599AD-EDB3-4505-984C-5961F94C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9CEC884A-BABB-4B61-92C7-68F00C40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876800D-8857-4B06-8DD9-E8E2D4D4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3/20</a:t>
            </a:r>
          </a:p>
        </p:txBody>
      </p:sp>
    </p:spTree>
    <p:extLst>
      <p:ext uri="{BB962C8B-B14F-4D97-AF65-F5344CB8AC3E}">
        <p14:creationId xmlns:p14="http://schemas.microsoft.com/office/powerpoint/2010/main" val="941330217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0873653-FA0A-4948-871F-79CB35BB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Três interfaces, uma fonte de significado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33F9202-B793-4457-98F0-A18AE22F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MetricFlow, SQL e OSI reutilizam o mesmo contrato semântico.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D09EFF78-B3E7-4519-A111-3AB05A69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Consulta local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Fachada estável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Artifact versionado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E9A6CB6-C440-48AF-9671-6D8F580C4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1704A08-DBFA-4F9C-A3F6-72B8BE5D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BEC17A08-BBF2-4BFB-87F6-403DBE4E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0FAF99DB-1D5D-45D7-976F-FD0EB097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7224E00-B4CA-4BC5-8AA5-1999A2AB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C036FB82-C421-4926-B201-C58157FD6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4828416-7C6F-464A-954F-0C1C9B89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4/20</a:t>
            </a:r>
          </a:p>
        </p:txBody>
      </p:sp>
    </p:spTree>
    <p:extLst>
      <p:ext uri="{BB962C8B-B14F-4D97-AF65-F5344CB8AC3E}">
        <p14:creationId xmlns:p14="http://schemas.microsoft.com/office/powerpoint/2010/main" val="11870418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92EFB3-BB3D-434A-A13C-2850DE52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Consulta lógica reduz acoplamento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C66F024-7893-40D5-B130-7407B1A5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consumidor pede métrica e dimensão; o compilador resolve o caminho.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ED1BD7BB-918E-4F56-AAF1-C1FAAD23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Nome estável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Filtro permitido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SQL inspecionável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5821D9BA-4F90-4E82-AB15-BBBE2B7E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20E65B27-8842-4D30-8915-3B0F41E3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9F6EDD4-45E2-44DA-8AB5-4A8B4098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FB1F332-78D7-4020-AF86-26A2B614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520BEA3-3BC5-4A48-B746-250029E1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44A0785-7722-408F-82D8-B65D23E9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5A2EFB2-B7D7-405D-ADF2-AFBE4F3D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5/20</a:t>
            </a:r>
          </a:p>
        </p:txBody>
      </p:sp>
    </p:spTree>
    <p:extLst>
      <p:ext uri="{BB962C8B-B14F-4D97-AF65-F5344CB8AC3E}">
        <p14:creationId xmlns:p14="http://schemas.microsoft.com/office/powerpoint/2010/main" val="1504813390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22DD0C-4C41-4AE7-8CC5-B5BBF6B6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Consulta lógica reduz acoplamento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43EC08C7-0C23-4E1C-8719-321D593A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E781DC50-7165-4683-9DAF-A1A578B4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Pedido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CA9344E9-724C-462E-A0F2-E7FA5533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955FF67D-54EA-4B93-BC41-C972CBCD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F6662D85-4A5C-4B5E-B771-F906DCA4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Plano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9CBF9C03-6AD0-413D-B23C-68974A50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FD5537AB-558B-4FDB-8229-E110B375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9A090CD1-765F-41D3-B2B9-8624E424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SQL</a:t>
            </a:r>
          </a:p>
        </p:txBody>
      </p:sp>
      <p:sp>
        <p:nvSpPr>
          <p:cNvPr id="10" name="step-line-3">
            <a:extLst xmlns:a="http://schemas.openxmlformats.org/drawingml/2006/main">
              <a:ext uri="{FF2B5EF4-FFF2-40B4-BE49-F238E27FC236}">
                <a16:creationId xmlns:a16="http://schemas.microsoft.com/office/drawing/2014/main" id="{41D5CDD4-CF2D-480C-A94C-4B8778A5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11" name="step-num-4">
            <a:extLst xmlns:a="http://schemas.openxmlformats.org/drawingml/2006/main">
              <a:ext uri="{FF2B5EF4-FFF2-40B4-BE49-F238E27FC236}">
                <a16:creationId xmlns:a16="http://schemas.microsoft.com/office/drawing/2014/main" id="{44CE5C85-308B-471F-AB3E-C3CA8FCD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04</a:t>
            </a:r>
          </a:p>
        </p:txBody>
      </p:sp>
      <p:sp>
        <p:nvSpPr>
          <p:cNvPr id="12" name="step-label-4">
            <a:extLst xmlns:a="http://schemas.openxmlformats.org/drawingml/2006/main">
              <a:ext uri="{FF2B5EF4-FFF2-40B4-BE49-F238E27FC236}">
                <a16:creationId xmlns:a16="http://schemas.microsoft.com/office/drawing/2014/main" id="{B4657246-8F91-43EC-8133-840FC24F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Resultado</a:t>
            </a:r>
          </a:p>
        </p:txBody>
      </p:sp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8D243545-6274-4D32-ADF9-7F9FAD6C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1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3EB2FB9-A868-4D8C-8E77-5E77B8DB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8DE5A357-E1C7-49BE-B409-DFB77295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7DB722D-95D2-4A41-9967-2F9ABD27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6/20</a:t>
            </a:r>
          </a:p>
        </p:txBody>
      </p:sp>
    </p:spTree>
    <p:extLst>
      <p:ext uri="{BB962C8B-B14F-4D97-AF65-F5344CB8AC3E}">
        <p14:creationId xmlns:p14="http://schemas.microsoft.com/office/powerpoint/2010/main" val="1616717821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456918-3FCA-4BDA-A89B-9F053867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SQL governado continua útil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5DED92E-2F45-4C1D-B144-1B055277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BI e APIs podem consumir uma fachada sem reimplementar regra.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C16D3A26-51DE-4E4D-9E71-EFFD9D39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Schema e versão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Owner e SLA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Freshness e lineage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F3BC1DA6-A813-4CCB-8413-0969981F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F33A364-5DE4-421F-8D48-15B24EB7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995E1E6-D0EE-4453-8580-53851CF9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D799D5E1-701E-4B37-8147-46A50ED9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93ABA8D-A563-4649-9F4E-D36069CC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81B46D35-AB33-4344-A005-8D7078EF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657CF4-037A-40A0-BB1A-B08A3508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7/20</a:t>
            </a:r>
          </a:p>
        </p:txBody>
      </p:sp>
    </p:spTree>
    <p:extLst>
      <p:ext uri="{BB962C8B-B14F-4D97-AF65-F5344CB8AC3E}">
        <p14:creationId xmlns:p14="http://schemas.microsoft.com/office/powerpoint/2010/main" val="8221780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E3178B-09B4-4EA8-AD25-19CF5809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SQL governado continua útil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C2557549-228B-4ECB-B9AA-5542A5C4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Contrato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76B2DFD0-CE58-4688-A741-2590C76B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Consumidor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0552B546-7B0B-4E93-9745-30671F05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85AE45C5-A447-4133-9859-F0948A13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Schema e versão</a:t>
            </a:r>
          </a:p>
          <a:p xmlns:a="http://schemas.openxmlformats.org/drawingml/2006/main">
            <a:pPr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Owner e SLA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800D5565-332E-40E3-9F00-89632008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Freshness e lineage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A12B4D4F-7209-43E2-9EEF-27CDC704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D340CB5-377C-4D5D-9851-E4068FF0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D208C406-AC30-4303-8C6A-367D82AA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E3BE1C-BCCC-4DEE-A8DF-55E6C9D7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8/20</a:t>
            </a:r>
          </a:p>
        </p:txBody>
      </p:sp>
    </p:spTree>
    <p:extLst>
      <p:ext uri="{BB962C8B-B14F-4D97-AF65-F5344CB8AC3E}">
        <p14:creationId xmlns:p14="http://schemas.microsoft.com/office/powerpoint/2010/main" val="15279603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324580-1471-4BA7-BB30-CB08CDBA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OSI é um contrato, não um conector mágico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3143CB3-E712-41FE-BEE1-E49C0195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artifact descreve semântica; cada consumidor ainda precisa implementar compatibilidade.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43699B49-960D-481A-B3F9-55C79E5C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Documento validável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Versão explícita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 promessa de universalidade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EC797FD-2B86-4D27-960A-900A52A3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712DF9F-ADA8-4191-90BA-786667B8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1ADC3E0-BA3B-48AE-88F5-3348CAF7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4EB963E-E565-433B-958F-22303A37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361F5C7-8AC5-4640-85C3-D0868CDB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27BABEEA-EBB9-4BA0-827C-88898162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E5A074A-CB5A-43CA-9397-0929A440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9/20</a:t>
            </a:r>
          </a:p>
        </p:txBody>
      </p:sp>
    </p:spTree>
    <p:extLst>
      <p:ext uri="{BB962C8B-B14F-4D97-AF65-F5344CB8AC3E}">
        <p14:creationId xmlns:p14="http://schemas.microsoft.com/office/powerpoint/2010/main" val="343854588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B50AFF-AA44-4F11-9B99-075D3E16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OSI é um contrato, não um conector mágico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F8ADA0B3-17A0-4AFF-B0B9-2E0143EE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19921E9D-CC38-4E3A-83AE-A7E476DF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Artifact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0EFC7B9A-4421-45B7-ABF6-B7E95748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B87FF0ED-5F53-4C3B-A68C-DD4AB5AF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Validação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746B3391-4CDD-44B7-890F-D6B13F94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8EFF6786-8301-4891-87E5-0CCFD4C2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Compatibilidade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631AFA3E-A933-4993-9146-B007B6CC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8E84BC6-113E-4E0D-A24D-DCBA37E0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837F865D-9DBA-4676-A8DC-133E2E6E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F8F1F1-BFED-4F92-AA7E-6C070F88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10/20</a:t>
            </a:r>
          </a:p>
        </p:txBody>
      </p:sp>
    </p:spTree>
    <p:extLst>
      <p:ext uri="{BB962C8B-B14F-4D97-AF65-F5344CB8AC3E}">
        <p14:creationId xmlns:p14="http://schemas.microsoft.com/office/powerpoint/2010/main" val="174383497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1AFA4F-91B6-4AD1-8739-2EC57FD1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Agentes ganham vocabulário compacto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EFEA7B3-28CB-433E-9B2D-E960C07E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Nomes de métricas comprimem contexto e reduzem joins inventados.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220B02F5-9253-4AAA-9A07-B631CDB8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delivered_revenue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metric_time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Dimensões permitidas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2DB3DC4-0BA8-45EA-B605-C3D06B0D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768A97E-7666-4053-9E05-52F36AD7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361F0835-2328-4845-BB02-D785C52A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5A979F6A-AD52-433E-AB23-C5F34F1B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2F204AF-C254-4AA4-A382-5290F2C2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16A0FC1-9B67-4156-814C-65720FB7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C48792C-312B-43AE-9EEE-C5E09C94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11/20</a:t>
            </a:r>
          </a:p>
        </p:txBody>
      </p:sp>
    </p:spTree>
    <p:extLst>
      <p:ext uri="{BB962C8B-B14F-4D97-AF65-F5344CB8AC3E}">
        <p14:creationId xmlns:p14="http://schemas.microsoft.com/office/powerpoint/2010/main" val="1600233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7FE505C-A579-4B6A-944C-3DD767B0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Agentes ganham vocabulário compacto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B2EAFBAB-E00D-4468-B149-89A229E18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Pergunta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03F23558-50BA-4A2B-BB25-C6275188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Métrica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62B12CF4-D933-4622-8527-6E3C5286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SQL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C9AE7B80-3FC0-4378-B84A-CF2AAA98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Resposta</a:t>
            </a:r>
          </a:p>
        </p:txBody>
      </p:sp>
      <p:cxnSp>
        <p:nvCxnSpPr>
          <p:cNvPr id="18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19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0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E6F41B0D-65D3-48F4-8873-C5478DF3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30E49BE-68AE-4E4E-BAD3-8794E11F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7D99CAB4-D7D9-4869-9A4C-F66F7B32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DC19DD0-F3C3-44E5-A78E-104CEB6B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12/20</a:t>
            </a:r>
          </a:p>
        </p:txBody>
      </p:sp>
    </p:spTree>
    <p:extLst>
      <p:ext uri="{BB962C8B-B14F-4D97-AF65-F5344CB8AC3E}">
        <p14:creationId xmlns:p14="http://schemas.microsoft.com/office/powerpoint/2010/main" val="1657812929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FF2EF4-4F24-48B2-B139-E7AECE8C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2728FA21-EC35-4B43-B4D7-6888DBAA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A8D45197-EE46-4632-A988-868248E9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04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F56836D4-6D0A-4C99-AE23-1B8809F9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5DFC19CA-78B1-478C-B5BA-6009E9C5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1AE4347-6C8A-4401-9CB5-08B85BC2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9BEA6FA-DA3F-49B7-9ADF-223CFACF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532930-0A71-48FF-A8E5-32F3E11C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13/20</a:t>
            </a:r>
          </a:p>
        </p:txBody>
      </p:sp>
    </p:spTree>
    <p:extLst>
      <p:ext uri="{BB962C8B-B14F-4D97-AF65-F5344CB8AC3E}">
        <p14:creationId xmlns:p14="http://schemas.microsoft.com/office/powerpoint/2010/main" val="20173386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E42B7E-6F25-4D6E-96C0-DAEC02D9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9354AFC6-E209-4B9D-9798-1690E189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3D609106-5841-4A8D-9D4D-4E5815FB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MetricFlow consultado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EF7786D6-B9A1-47A2-BFD9-95675FD2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203542BB-28D9-4C62-B594-91D022FB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B2569F71-8FD6-4A5B-93B2-533BC559A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Artifact OSI validado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4327F719-0CC9-453A-9330-852BF6CE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053A69D3-70F4-4058-9953-09A69098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A59ED376-29E1-4B2B-A164-941B64944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10 perguntas executadas em DuckDB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CE3C8B2A-2415-4371-9D82-677E9835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E70D955-FD8F-4330-B40D-A54762A3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1BD2EC70-4D55-4B8D-A47A-538BE887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431C96-C379-48BC-ACCA-36E4BD61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14/20</a:t>
            </a:r>
          </a:p>
        </p:txBody>
      </p:sp>
    </p:spTree>
    <p:extLst>
      <p:ext uri="{BB962C8B-B14F-4D97-AF65-F5344CB8AC3E}">
        <p14:creationId xmlns:p14="http://schemas.microsoft.com/office/powerpoint/2010/main" val="1322346663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A031093C-3472-4FDA-8BDD-94FA2BEF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14EE4AA1-AB6D-4BF4-A4DA-E6CCD233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Mesmo valor via métrica e SQL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345C39AD-1629-47B3-A3A9-0DC7C51A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04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C835169B-976D-421A-9ECD-43D7C9F7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F309ECD-3ABC-42F9-9E33-1FC8E5B1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2AD3241B-E9B8-48B0-91F2-43B706B2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50A3D6C-8CD4-4032-A4BF-8BE33420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CA75738A-A8C1-42C7-AE17-1742265C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7DB0547-63B4-4BF2-9C5C-60987005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15/20</a:t>
            </a:r>
          </a:p>
        </p:txBody>
      </p:sp>
    </p:spTree>
    <p:extLst>
      <p:ext uri="{BB962C8B-B14F-4D97-AF65-F5344CB8AC3E}">
        <p14:creationId xmlns:p14="http://schemas.microsoft.com/office/powerpoint/2010/main" val="83836570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54EFD4-7965-450A-9905-225EF701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62B63C3C-5DDB-481F-BCAC-67D21963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13FBDA79-32FD-4FAA-9024-E727A4F1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fórmula versionada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7B8261E1-0E2B-459E-A8D4-EBE12231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B3FFC66C-1E1A-4EF9-981C-363C46CC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69613763-1910-4850-897E-AD63DE0D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reuso mensurável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7C3D907E-1D40-40D9-8490-3EA765B8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57FDA363-387D-4B2E-A1FE-28F34233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880E111E-4E98-436E-9C40-1D333F0F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contexto mais curto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029D7E47-C4C1-4115-A68D-5228CD17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72277F6-A182-4DD1-BF17-E69238A8F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145173F0-5E41-4A29-9E03-4481103E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1ED2316-A737-4BE2-A8D1-83F08710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2008340240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C03B3BEB-C369-4F1E-B051-6492D3C5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83 métricas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150048CE-3663-4D4C-BE3E-D6F52EBA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mantidas pela Inventa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D9F0880D-4EB9-41D6-B106-35823E03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A303BCFD-7EA1-49EA-BE06-FEAB5EF9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Resultado reportado; o mecanismo é centralização com ownership.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EF768119-B85E-4FDD-8E52-59D4E853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371CD10-D927-407B-AF17-8A16F9F0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C1E9232-F829-430B-8AA8-85F81010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D61ACDB-5130-4327-A8BA-9D37E505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17/20</a:t>
            </a:r>
          </a:p>
        </p:txBody>
      </p:sp>
    </p:spTree>
    <p:extLst>
      <p:ext uri="{BB962C8B-B14F-4D97-AF65-F5344CB8AC3E}">
        <p14:creationId xmlns:p14="http://schemas.microsoft.com/office/powerpoint/2010/main" val="147537181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A51E37-51A5-4346-93F1-E230AB74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08BAC543-C994-4F6E-84FC-72723E17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OSI continua evoluindo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Export exige freshness e lineage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API local não é a Semantic Layer gerenciada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D2D0AE58-7BA6-44FD-877C-3101602C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CB887C3-8064-404F-AA1B-BD157E27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7C2FE27A-1748-4723-8DE1-B446EA37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0008E06-F695-4ED9-A4C1-9FB3C24B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18/20</a:t>
            </a:r>
          </a:p>
        </p:txBody>
      </p:sp>
    </p:spTree>
    <p:extLst>
      <p:ext uri="{BB962C8B-B14F-4D97-AF65-F5344CB8AC3E}">
        <p14:creationId xmlns:p14="http://schemas.microsoft.com/office/powerpoint/2010/main" val="958496306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12B34448-33BE-44E7-9338-04B1BB80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130979AC-A896-43F7-BC2C-A0E59032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APIs, cache e integrações hospedadas ficam para a temporada de plataforma.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05342A25-98D7-44EA-AADA-3F492500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1D7F376-2280-4991-B9C9-D724E7B3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96A9361B-8178-4CA9-B654-5FC3DE57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DE8C9B4C-F87B-4EFE-8DCA-3A1ED27F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10DDE52-DCCE-4F58-AD01-6403DA41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C44146BA-FD10-4111-BE50-C49000BC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9AC3735-D725-4B80-8607-416CE4D0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19/20</a:t>
            </a:r>
          </a:p>
        </p:txBody>
      </p:sp>
    </p:spTree>
    <p:extLst>
      <p:ext uri="{BB962C8B-B14F-4D97-AF65-F5344CB8AC3E}">
        <p14:creationId xmlns:p14="http://schemas.microsoft.com/office/powerpoint/2010/main" val="113846869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24AE421A-7D65-4E3E-9E09-63F2CD3D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7579C270-C97C-4017-AF50-3752FAFF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Prove a mesma métrica via MetricFlow e SQL sem copiar a fórmula.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0050FDD1-B3B7-4653-9D6E-1EA06F0A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04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27A2CD5C-06A7-42BB-A6D2-A3C8C27F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E382FBB-10E0-4DC7-A053-D8680883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4E2029B-FDC0-4081-8CD9-03F9E8DE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B25B6C-E719-4FF1-8784-138217E1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7309165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2026-09-02T00:42:43.0280000Z</dcterms:created>
  <dcterms:modified xsi:type="dcterms:W3CDTF">2026-09-02T00:42:43.0280000Z</dcterms:modified>
</coreProperties>
</file>