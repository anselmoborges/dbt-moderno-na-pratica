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632d576e8214984" /><Relationship Type="http://schemas.openxmlformats.org/officeDocument/2006/relationships/extended-properties" Target="/docProps/app.xml" Id="R40a77a8291d1447f" /><Relationship Type="http://schemas.openxmlformats.org/officeDocument/2006/relationships/officeDocument" Target="/ppt/presentation.xml" Id="R4df124e0d3734d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fb2683627b45dd"/>
    <p:sldMasterId xmlns:r="http://schemas.openxmlformats.org/officeDocument/2006/relationships" id="2147483650" r:id="Ra01ffb5c444748bd"/>
  </p:sldMasterIdLst>
  <p:notesMasterIdLst>
    <p:notesMasterId xmlns:r="http://schemas.openxmlformats.org/officeDocument/2006/relationships" r:id="Rae3c19a7f0634210"/>
  </p:notesMasterIdLst>
  <p:sldIdLst>
    <p:sldId xmlns:r="http://schemas.openxmlformats.org/officeDocument/2006/relationships" id="256" r:id="R45f471bbcb3b405a"/>
    <p:sldId xmlns:r="http://schemas.openxmlformats.org/officeDocument/2006/relationships" id="257" r:id="R27a9a1a055f541b4"/>
    <p:sldId xmlns:r="http://schemas.openxmlformats.org/officeDocument/2006/relationships" id="258" r:id="Rd119cf7d216f4bb1"/>
    <p:sldId xmlns:r="http://schemas.openxmlformats.org/officeDocument/2006/relationships" id="259" r:id="R48b0eb40f25d4256"/>
    <p:sldId xmlns:r="http://schemas.openxmlformats.org/officeDocument/2006/relationships" id="260" r:id="Rfaadd1294e574704"/>
    <p:sldId xmlns:r="http://schemas.openxmlformats.org/officeDocument/2006/relationships" id="261" r:id="Rdb4f6c3f47124fda"/>
    <p:sldId xmlns:r="http://schemas.openxmlformats.org/officeDocument/2006/relationships" id="262" r:id="Rb8385f2bab51470d"/>
    <p:sldId xmlns:r="http://schemas.openxmlformats.org/officeDocument/2006/relationships" id="263" r:id="R3875c14dbd71444b"/>
    <p:sldId xmlns:r="http://schemas.openxmlformats.org/officeDocument/2006/relationships" id="264" r:id="R7392af874aee4fd2"/>
    <p:sldId xmlns:r="http://schemas.openxmlformats.org/officeDocument/2006/relationships" id="265" r:id="R834359e0e26b4016"/>
    <p:sldId xmlns:r="http://schemas.openxmlformats.org/officeDocument/2006/relationships" id="266" r:id="Ra939368c9c6449d7"/>
    <p:sldId xmlns:r="http://schemas.openxmlformats.org/officeDocument/2006/relationships" id="267" r:id="Rd1224fa426ac4006"/>
    <p:sldId xmlns:r="http://schemas.openxmlformats.org/officeDocument/2006/relationships" id="268" r:id="Rca5a3533822341a3"/>
    <p:sldId xmlns:r="http://schemas.openxmlformats.org/officeDocument/2006/relationships" id="269" r:id="R6ee4e2b0ceed4d0e"/>
    <p:sldId xmlns:r="http://schemas.openxmlformats.org/officeDocument/2006/relationships" id="270" r:id="R5d7ea61834e347ca"/>
    <p:sldId xmlns:r="http://schemas.openxmlformats.org/officeDocument/2006/relationships" id="271" r:id="R32a6d1c094fc46f3"/>
    <p:sldId xmlns:r="http://schemas.openxmlformats.org/officeDocument/2006/relationships" id="272" r:id="R5cfdb20ecd5c4f03"/>
    <p:sldId xmlns:r="http://schemas.openxmlformats.org/officeDocument/2006/relationships" id="273" r:id="Rbcbc470e3b6c4332"/>
    <p:sldId xmlns:r="http://schemas.openxmlformats.org/officeDocument/2006/relationships" id="274" r:id="R94d7b9de3907496b"/>
    <p:sldId xmlns:r="http://schemas.openxmlformats.org/officeDocument/2006/relationships" id="275" r:id="R3ac7cd93725e466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07f7aa50e04e1b" /><Relationship Type="http://schemas.openxmlformats.org/officeDocument/2006/relationships/slideMaster" Target="/ppt/slideMasters/slideMaster1.xml" Id="Rfefb2683627b45dd" /><Relationship Type="http://schemas.openxmlformats.org/officeDocument/2006/relationships/slideMaster" Target="/ppt/slideMasters/slideMaster2.xml" Id="Ra01ffb5c444748bd" /><Relationship Type="http://schemas.openxmlformats.org/officeDocument/2006/relationships/notesMaster" Target="/ppt/notesMasters/notesMaster1.xml" Id="Rae3c19a7f0634210" /><Relationship Type="http://schemas.openxmlformats.org/officeDocument/2006/relationships/presProps" Target="/ppt/presProps.xml" Id="R5a9bfd7855844722" /><Relationship Type="http://schemas.openxmlformats.org/officeDocument/2006/relationships/tableStyles" Target="/ppt/tableStyles.xml" Id="R457147a035464560" /><Relationship Type="http://schemas.openxmlformats.org/officeDocument/2006/relationships/slide" Target="/ppt/slides/slide1.xml" Id="R45f471bbcb3b405a" /><Relationship Type="http://schemas.openxmlformats.org/officeDocument/2006/relationships/slide" Target="/ppt/slides/slide2.xml" Id="R27a9a1a055f541b4" /><Relationship Type="http://schemas.openxmlformats.org/officeDocument/2006/relationships/slide" Target="/ppt/slides/slide3.xml" Id="Rd119cf7d216f4bb1" /><Relationship Type="http://schemas.openxmlformats.org/officeDocument/2006/relationships/slide" Target="/ppt/slides/slide4.xml" Id="R48b0eb40f25d4256" /><Relationship Type="http://schemas.openxmlformats.org/officeDocument/2006/relationships/slide" Target="/ppt/slides/slide5.xml" Id="Rfaadd1294e574704" /><Relationship Type="http://schemas.openxmlformats.org/officeDocument/2006/relationships/slide" Target="/ppt/slides/slide6.xml" Id="Rdb4f6c3f47124fda" /><Relationship Type="http://schemas.openxmlformats.org/officeDocument/2006/relationships/slide" Target="/ppt/slides/slide7.xml" Id="Rb8385f2bab51470d" /><Relationship Type="http://schemas.openxmlformats.org/officeDocument/2006/relationships/slide" Target="/ppt/slides/slide8.xml" Id="R3875c14dbd71444b" /><Relationship Type="http://schemas.openxmlformats.org/officeDocument/2006/relationships/slide" Target="/ppt/slides/slide9.xml" Id="R7392af874aee4fd2" /><Relationship Type="http://schemas.openxmlformats.org/officeDocument/2006/relationships/slide" Target="/ppt/slides/slide10.xml" Id="R834359e0e26b4016" /><Relationship Type="http://schemas.openxmlformats.org/officeDocument/2006/relationships/slide" Target="/ppt/slides/slide11.xml" Id="Ra939368c9c6449d7" /><Relationship Type="http://schemas.openxmlformats.org/officeDocument/2006/relationships/slide" Target="/ppt/slides/slide12.xml" Id="Rd1224fa426ac4006" /><Relationship Type="http://schemas.openxmlformats.org/officeDocument/2006/relationships/slide" Target="/ppt/slides/slide13.xml" Id="Rca5a3533822341a3" /><Relationship Type="http://schemas.openxmlformats.org/officeDocument/2006/relationships/slide" Target="/ppt/slides/slide14.xml" Id="R6ee4e2b0ceed4d0e" /><Relationship Type="http://schemas.openxmlformats.org/officeDocument/2006/relationships/slide" Target="/ppt/slides/slide15.xml" Id="R5d7ea61834e347ca" /><Relationship Type="http://schemas.openxmlformats.org/officeDocument/2006/relationships/slide" Target="/ppt/slides/slide16.xml" Id="R32a6d1c094fc46f3" /><Relationship Type="http://schemas.openxmlformats.org/officeDocument/2006/relationships/slide" Target="/ppt/slides/slide17.xml" Id="R5cfdb20ecd5c4f03" /><Relationship Type="http://schemas.openxmlformats.org/officeDocument/2006/relationships/slide" Target="/ppt/slides/slide18.xml" Id="Rbcbc470e3b6c4332" /><Relationship Type="http://schemas.openxmlformats.org/officeDocument/2006/relationships/slide" Target="/ppt/slides/slide19.xml" Id="R94d7b9de3907496b" /><Relationship Type="http://schemas.openxmlformats.org/officeDocument/2006/relationships/slide" Target="/ppt/slides/slide20.xml" Id="R3ac7cd93725e466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983604f049ef42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51585d27584d2e" /><Relationship Type="http://schemas.openxmlformats.org/officeDocument/2006/relationships/notesMaster" Target="/ppt/notesMasters/notesMaster1.xml" Id="Rb4e2e783359749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21791984e541a3" /><Relationship Type="http://schemas.openxmlformats.org/officeDocument/2006/relationships/notesMaster" Target="/ppt/notesMasters/notesMaster1.xml" Id="Ra2f3fb3c333742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6a24bc23b24163" /><Relationship Type="http://schemas.openxmlformats.org/officeDocument/2006/relationships/notesMaster" Target="/ppt/notesMasters/notesMaster1.xml" Id="R6386e0dc1faf48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babd0c9f884f69" /><Relationship Type="http://schemas.openxmlformats.org/officeDocument/2006/relationships/notesMaster" Target="/ppt/notesMasters/notesMaster1.xml" Id="Rb36a8f4dd60d42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7a85dc91234b90" /><Relationship Type="http://schemas.openxmlformats.org/officeDocument/2006/relationships/notesMaster" Target="/ppt/notesMasters/notesMaster1.xml" Id="R4a36f5805d284c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d82ee5b97648a0" /><Relationship Type="http://schemas.openxmlformats.org/officeDocument/2006/relationships/notesMaster" Target="/ppt/notesMasters/notesMaster1.xml" Id="Re9b35d80dee746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96d8da693b42fe" /><Relationship Type="http://schemas.openxmlformats.org/officeDocument/2006/relationships/notesMaster" Target="/ppt/notesMasters/notesMaster1.xml" Id="R8527104ad16345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4e7805971d54210" /><Relationship Type="http://schemas.openxmlformats.org/officeDocument/2006/relationships/notesMaster" Target="/ppt/notesMasters/notesMaster1.xml" Id="R616bf7e724a044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661f34b5904080" /><Relationship Type="http://schemas.openxmlformats.org/officeDocument/2006/relationships/notesMaster" Target="/ppt/notesMasters/notesMaster1.xml" Id="R3574d285a54249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f9752d06dd4954" /><Relationship Type="http://schemas.openxmlformats.org/officeDocument/2006/relationships/notesMaster" Target="/ppt/notesMasters/notesMaster1.xml" Id="R3a2e4a7232e747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8c161baeb14c37" /><Relationship Type="http://schemas.openxmlformats.org/officeDocument/2006/relationships/notesMaster" Target="/ppt/notesMasters/notesMaster1.xml" Id="R0e4ca9aa7eef44b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1e00dce8e74095" /><Relationship Type="http://schemas.openxmlformats.org/officeDocument/2006/relationships/notesMaster" Target="/ppt/notesMasters/notesMaster1.xml" Id="R010c488075264cb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15ae55c06164b15" /><Relationship Type="http://schemas.openxmlformats.org/officeDocument/2006/relationships/notesMaster" Target="/ppt/notesMasters/notesMaster1.xml" Id="R13694538afb846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da566351b944d4" /><Relationship Type="http://schemas.openxmlformats.org/officeDocument/2006/relationships/notesMaster" Target="/ppt/notesMasters/notesMaster1.xml" Id="R1d83f3d3543d42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3166f90b5d54ce9" /><Relationship Type="http://schemas.openxmlformats.org/officeDocument/2006/relationships/notesMaster" Target="/ppt/notesMasters/notesMaster1.xml" Id="Rd6c656a15c75458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8c04c258954034" /><Relationship Type="http://schemas.openxmlformats.org/officeDocument/2006/relationships/notesMaster" Target="/ppt/notesMasters/notesMaster1.xml" Id="Rd6d3cae9e09d4e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482105c04b45de" /><Relationship Type="http://schemas.openxmlformats.org/officeDocument/2006/relationships/notesMaster" Target="/ppt/notesMasters/notesMaster1.xml" Id="R5d62c5e04d8d44c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29d746120f5441f" /><Relationship Type="http://schemas.openxmlformats.org/officeDocument/2006/relationships/notesMaster" Target="/ppt/notesMasters/notesMaster1.xml" Id="R8593a29248594e5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3c62ad53ef0416b" /><Relationship Type="http://schemas.openxmlformats.org/officeDocument/2006/relationships/notesMaster" Target="/ppt/notesMasters/notesMaster1.xml" Id="Rd373c92416a14cd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c76a0066eb44fc" /><Relationship Type="http://schemas.openxmlformats.org/officeDocument/2006/relationships/notesMaster" Target="/ppt/notesMasters/notesMaster1.xml" Id="R4bb2d469397940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11 do dbt Moderno na Prática. Hoje vamos trabalhar o tema “dbt MCP: contexto governado para o agente”. Manifest, documentação e linhagem com mínimo privilégio.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11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“MCP não torna o agente confiável; torna a fronteira de contexto explícita.”.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MCP não torna o agente confiável; torna a fronteira de contexto explícita.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conectar um cliente neutro, Aplicar allowlist e Rejeitar SQL e codegen.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“MCP separa cliente e contexto”.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protocolo descreve ferramentas; o servidor decide o que expor. Para tornar isso concreto, observe cliente neutro, Servidor dbt e Artifacts locais.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oficial mostra múltiplos consumidores”.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servidor conecta ativos dbt a diferentes fluxos de agente. Para tornar isso concreto, observe discovery, Semantic context e Execução controlada.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oficial mostra múltiplos consumidores”.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servidor conecta ativos dbt a diferentes fluxos de agente. Siga a composição na ordem mostrada e conecte os elementos principais. A imagem ou o fluxo não cria uma regra nova; ele torna visível a relação que acabamos de explicar. A figura é identificada como figura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“Modelo de ameaça vem antes da conexão”.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Leitura de metadata não deve abrir escrita ou SQL arbitrário. Para tornar isso concreto, observe dados sensíveis, Ferramentas mutantes, Prompt injection e Credenciais.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“Modelo de ameaça vem antes da conexão”.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Leitura de metadata não deve abrir escrita ou SQL arbitrário.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“Allowlist é uma política executável”.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Manifest, docs e linhagem entram; SQL e codegen ficam fora. Para tornar isso concreto, observe 5 tools de leitura, Sem credencial cloud e Negação testada.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“Allowlist é uma política executável”.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Manifest, docs e linhagem entram; SQL e codegen ficam fora. Siga a composição na ordem mostrada e conecte permitido, Bloqueado, 5 tools de leitura, Sem credencial cloud e Negação testada.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“Contexto melhora antes da resposta”.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agente encontra owner, dependência e métrica sem inferir o schema bruto. Para tornar isso concreto, observe manifest, Documentação, Linhagem e Métricas.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“Contexto melhora antes da resposta”.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agente encontra owner, dependência e métrica sem inferir o schema bruto. Siga a composição na ordem mostrada e conecte pergunta, Contexto, Plano e Resposta.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11.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servidor local inicia, Cinco tools permitidas e SQL e codegen rejeitados.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MCP somente leitura validado. Esse resultado confirma que a etapa executada produziu a evidência esperada para o checkpoint 11.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mínimo privilégio, FinOps: menos tentativa e IA: contexto verificável.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“interface governada”.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interface governada: padrão reportado pela impact.com. O número ajuda a dimensionar o exemplo, mas precisa ser lido com a ressalva correta. Case publicado pela empresa/dbt Labs; o laboratório testa apenas a fronteira local.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MCP não corrige metadata ruim, Cliente ainda pode raciocinar errado e Acesso ao banco permanece separado.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Tools gerenciadas e SQL entram somente na temporada de plataforma.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Liste as ferramentas permitidas e prove que uma proibida é rejeitada.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https://github.com/dbt-labs/dbt-mcp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https://github.com/AnselmoBorges/dbt-moderno-na-pratica/blob/main/roteiros/11-dbt-mcp.md</a:t>
            </a:r>
          </a:p>
          <a:p xmlns:a="http://schemas.openxmlformats.org/drawingml/2006/main">
            <a:r>
              <a:t>- repo://laboratorio/checkpoints/ep11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efba07d3c747a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ad75f5b12e84a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6d8665997a84d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c4b661381141b1" /><Relationship Type="http://schemas.openxmlformats.org/officeDocument/2006/relationships/slideLayout" Target="/ppt/slideLayouts/slideLayout1.xml" Id="Rdc4a0f4ca6154eaf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d6a625863f4e40ec" /><Relationship Type="http://schemas.openxmlformats.org/officeDocument/2006/relationships/slideLayout" Target="/ppt/slideLayouts/slideLayout2.xml" Id="Re5fbe646c7f54f9d" /><Relationship Type="http://schemas.openxmlformats.org/officeDocument/2006/relationships/slideLayout" Target="/ppt/slideLayouts/slideLayout3.xml" Id="R79821a88040a41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4a0f4ca6154e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e5fbe646c7f54f9d"/>
    <p:sldLayoutId xmlns:r="http://schemas.openxmlformats.org/officeDocument/2006/relationships" id="2147483652" r:id="R79821a88040a413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462b424ae94412" /><Relationship Type="http://schemas.openxmlformats.org/officeDocument/2006/relationships/image" Target="/ppt/media/image.jpeg" Id="Ra60f1d3e174e4317" /><Relationship Type="http://schemas.openxmlformats.org/officeDocument/2006/relationships/image" Target="/ppt/media/image.png" Id="R3a81c5e2a8774629" /><Relationship Type="http://schemas.openxmlformats.org/officeDocument/2006/relationships/notesSlide" Target="/ppt/notesSlides/notesSlide1.xml" Id="R1edfd1faaae642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590c26ba1d449f" /><Relationship Type="http://schemas.openxmlformats.org/officeDocument/2006/relationships/image" Target="/ppt/media/image2.png" Id="Ra6a97da7d55646a0" /><Relationship Type="http://schemas.openxmlformats.org/officeDocument/2006/relationships/image" Target="/ppt/media/image3.png" Id="R521ff210864546fc" /><Relationship Type="http://schemas.openxmlformats.org/officeDocument/2006/relationships/notesSlide" Target="/ppt/notesSlides/notesSlide2.xml" Id="Rd5eb31fdad7b45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0ca0c25869467a" /><Relationship Type="http://schemas.openxmlformats.org/officeDocument/2006/relationships/image" Target="/ppt/media/image4.png" Id="Ra3f4c6a05d274945" /><Relationship Type="http://schemas.openxmlformats.org/officeDocument/2006/relationships/notesSlide" Target="/ppt/notesSlides/notesSlide3.xml" Id="R76079cc469d046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3a778e23ec4651" /><Relationship Type="http://schemas.openxmlformats.org/officeDocument/2006/relationships/image" Target="/ppt/media/image5.png" Id="R54ee5dec164a4763" /><Relationship Type="http://schemas.openxmlformats.org/officeDocument/2006/relationships/notesSlide" Target="/ppt/notesSlides/notesSlide4.xml" Id="R903232577cce42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e1d71c35124a16" /><Relationship Type="http://schemas.openxmlformats.org/officeDocument/2006/relationships/image" Target="/ppt/media/image6.png" Id="R58c99cd86d98475a" /><Relationship Type="http://schemas.openxmlformats.org/officeDocument/2006/relationships/notesSlide" Target="/ppt/notesSlides/notesSlide5.xml" Id="Rc3882b645d0041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4acfb821a140b9" /><Relationship Type="http://schemas.openxmlformats.org/officeDocument/2006/relationships/image" Target="/ppt/media/image7.png" Id="Rea4668c0015b449a" /><Relationship Type="http://schemas.openxmlformats.org/officeDocument/2006/relationships/image" Target="/ppt/media/image8.png" Id="R157afff213674312" /><Relationship Type="http://schemas.openxmlformats.org/officeDocument/2006/relationships/notesSlide" Target="/ppt/notesSlides/notesSlide6.xml" Id="R39cb8ebbb7c544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5c9fc2b2d447f2" /><Relationship Type="http://schemas.openxmlformats.org/officeDocument/2006/relationships/image" Target="/ppt/media/image9.png" Id="R497fd70ae99b437a" /><Relationship Type="http://schemas.openxmlformats.org/officeDocument/2006/relationships/notesSlide" Target="/ppt/notesSlides/notesSlide7.xml" Id="R78a5a419c11b4e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8194fff9da45fc" /><Relationship Type="http://schemas.openxmlformats.org/officeDocument/2006/relationships/image" Target="/ppt/media/image10.png" Id="R2f2cab63f7df4a9d" /><Relationship Type="http://schemas.openxmlformats.org/officeDocument/2006/relationships/notesSlide" Target="/ppt/notesSlides/notesSlide8.xml" Id="Rd766100f6e2045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c1190b0354e410c" /><Relationship Type="http://schemas.openxmlformats.org/officeDocument/2006/relationships/image" Target="/ppt/media/image11.png" Id="Re76666c9b61047ef" /><Relationship Type="http://schemas.openxmlformats.org/officeDocument/2006/relationships/notesSlide" Target="/ppt/notesSlides/notesSlide9.xml" Id="Re8d2f596089c4e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acd7a524ea45bb" /><Relationship Type="http://schemas.openxmlformats.org/officeDocument/2006/relationships/image" Target="/ppt/media/image12.png" Id="Rb7333c26b28b45f4" /><Relationship Type="http://schemas.openxmlformats.org/officeDocument/2006/relationships/notesSlide" Target="/ppt/notesSlides/notesSlide10.xml" Id="Ree43f5505f334e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edbb164e014917" /><Relationship Type="http://schemas.openxmlformats.org/officeDocument/2006/relationships/image" Target="/ppt/media/image13.png" Id="R66002a2320b2433c" /><Relationship Type="http://schemas.openxmlformats.org/officeDocument/2006/relationships/notesSlide" Target="/ppt/notesSlides/notesSlide11.xml" Id="R48006ca5d61843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2bb8e5de0448d3" /><Relationship Type="http://schemas.openxmlformats.org/officeDocument/2006/relationships/image" Target="/ppt/media/image14.png" Id="Rec01de03476b44b9" /><Relationship Type="http://schemas.openxmlformats.org/officeDocument/2006/relationships/notesSlide" Target="/ppt/notesSlides/notesSlide12.xml" Id="R1784ae33d6d64f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1eefca652440e4" /><Relationship Type="http://schemas.openxmlformats.org/officeDocument/2006/relationships/image" Target="/ppt/media/image15.png" Id="Rb7bea07cfcc240b5" /><Relationship Type="http://schemas.openxmlformats.org/officeDocument/2006/relationships/notesSlide" Target="/ppt/notesSlides/notesSlide13.xml" Id="R01e4eaed463c4b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0e9272b04b498c" /><Relationship Type="http://schemas.openxmlformats.org/officeDocument/2006/relationships/image" Target="/ppt/media/image16.png" Id="Re6202aefb9394162" /><Relationship Type="http://schemas.openxmlformats.org/officeDocument/2006/relationships/notesSlide" Target="/ppt/notesSlides/notesSlide14.xml" Id="R46db18ff4e46422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10141b44e240aa" /><Relationship Type="http://schemas.openxmlformats.org/officeDocument/2006/relationships/image" Target="/ppt/media/image17.png" Id="Rd51f81b543d34915" /><Relationship Type="http://schemas.openxmlformats.org/officeDocument/2006/relationships/notesSlide" Target="/ppt/notesSlides/notesSlide15.xml" Id="Red2a08bd231247a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1b0aecd3c454cb0" /><Relationship Type="http://schemas.openxmlformats.org/officeDocument/2006/relationships/image" Target="/ppt/media/image18.png" Id="R2b95818b95a24f36" /><Relationship Type="http://schemas.openxmlformats.org/officeDocument/2006/relationships/notesSlide" Target="/ppt/notesSlides/notesSlide16.xml" Id="Rfec04f4fb24d47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843ac183034a61" /><Relationship Type="http://schemas.openxmlformats.org/officeDocument/2006/relationships/image" Target="/ppt/media/image19.png" Id="Rf675239cc23d4381" /><Relationship Type="http://schemas.openxmlformats.org/officeDocument/2006/relationships/notesSlide" Target="/ppt/notesSlides/notesSlide17.xml" Id="Rdb3eff066a2847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93844e5c174deb" /><Relationship Type="http://schemas.openxmlformats.org/officeDocument/2006/relationships/image" Target="/ppt/media/image20.png" Id="R8c5685ed23554014" /><Relationship Type="http://schemas.openxmlformats.org/officeDocument/2006/relationships/notesSlide" Target="/ppt/notesSlides/notesSlide18.xml" Id="R5fb5d540068d48c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16a4cfcbc54af3" /><Relationship Type="http://schemas.openxmlformats.org/officeDocument/2006/relationships/image" Target="/ppt/media/image21.png" Id="R475dbbe4013f4ec4" /><Relationship Type="http://schemas.openxmlformats.org/officeDocument/2006/relationships/notesSlide" Target="/ppt/notesSlides/notesSlide19.xml" Id="R650aad1abf2c470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7c89bd1dc614929" /><Relationship Type="http://schemas.openxmlformats.org/officeDocument/2006/relationships/image" Target="/ppt/media/image22.png" Id="Rd2bd21daa3894ca3" /><Relationship Type="http://schemas.openxmlformats.org/officeDocument/2006/relationships/notesSlide" Target="/ppt/notesSlides/notesSlide20.xml" Id="Rea6b3100bae846ed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11 — dbt MCP: contexto governado para o ag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f1d3e174e4317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2A335064-4BED-4287-BFEA-F5B677D7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D93F5AA9-593D-4988-B730-E1A32F8B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279AFC10-1E30-44F5-A473-4100AD87A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11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C40388F-6AFA-4276-B0F4-F4348BC9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11 — dbt MCP: contexto governado para o ag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1c5e2a877462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696F0C3-EE15-481E-9C46-A097AF60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dbt MCP: contexto governado para o agente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92E53EA-85A6-4DAF-AF9D-E1D5BE5E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Manifest, documentação e linhagem com mínimo privilégio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BC6B215-AD8F-4978-B2DF-4F24F387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1E68D26E-1B45-48DD-9717-3A94CE45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11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6395833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7AE3CDAF-BC5D-4334-909D-F16F03DF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MCP não torna o agente confiável; torna a fronteira de contexto explícita.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5F2A0C97-BA26-4E7C-B2E7-164083CA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44B7151F-4A4A-4DC7-B9A1-16BF2FF3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F2EA78FA-CF77-4152-8E59-D3C05917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MCP não torna o agente confiável; torna a fronteira de contexto explícita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a97da7d55646a0"/>
          <a:stretch xmlns:a="http://schemas.openxmlformats.org/drawingml/2006/main"/>
        </p:blipFill>
        <p:spPr>
          <a:xfrm xmlns:a="http://schemas.openxmlformats.org/drawingml/2006/main">
            <a:off x="2998733" y="3790950"/>
            <a:ext cx="6194534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787EE2E-0474-4381-9D6B-BADE6A71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88A0986-CFA6-46CD-8C90-C81CD857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MCP não torna o agente confiável; torna a fronteira de contexto explícita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ff210864546f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1115B64-FAF2-41CA-A79F-7D7414304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543BE037-BAB5-4D7C-A73E-7C430EC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DAD140-DC1C-4EFA-81BB-386A217C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846357844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4A3A65-3A41-47B3-8F68-B2A76C9E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96FFB6F-7BD5-494D-B30F-0D64356E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C4DBEAF-1465-4EB1-89F1-147B8ACD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Conectar um cliente neutro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F7D1E5F-5017-455C-94B8-44E7D21A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F4B8537B-46C7-42A2-B8C4-9737970C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7488822-03DF-4EE9-8F20-1FE98036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Aplicar allowlist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EEB3FD6-250D-4DCC-9FEC-5C28FB51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4B96B1C-269A-472C-A6FE-AFC1FB56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FC06BE62-1171-4CB1-856A-8C49070A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Rejeitar SQL e codegen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ACD4770-FE6A-488D-A651-E5179F25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A8A0450-C2BC-4DCE-AAE6-852FFA48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4c6a05d27494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F3C7281-82C0-4C62-A6E2-144E8A80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149AB794-A549-4D91-BC92-D7F0F9BE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F708DEE-CB01-49AD-8772-D5F3E9BC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1033294163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4F4957-46FA-4EF5-925D-63FD4403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MCP separa cliente e contexto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C9C4705-9E0C-4ADA-85A4-81EB1800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protocolo descreve ferramentas; o servidor decide o que expor.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885C9F2-C3D5-4EF0-A448-1D524447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Cliente neutro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Servidor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Artifacts locais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2F9689C-7F6E-430E-9EB2-EC5ED6B1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EC9DF27-3713-4E5A-9513-4A0A52C5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CEAA7AB-1E29-4753-B241-9BE38199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A5C2FB1-50BB-4D95-9DA5-3A80ABA5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4F7B533-D7E4-44FC-ACE5-6C0E0251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CP separa cliente e contexto — O protocolo descreve ferramentas; o servidor decide o que exp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e5dec164a476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34B8321-45A5-4D57-BB45-08107AD6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00E0A6A-EA91-4F2C-8CBD-A93689DA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D41F3F-8132-4C8E-9B67-B26657FC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957931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738A3F-754F-4A9A-A606-47F50146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 arquitetura oficial mostra múltiplos consumidores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1805654-F979-4915-8F67-E004B186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servidor conecta ativos dbt a diferentes fluxos de agente.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379C9249-A01B-4ADA-99EF-5B91AF88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Discovery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Semantic context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Execução controlada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42A7505-A0A1-48D5-B59D-BC9F0778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3EC4200-8BA1-4DED-BD90-065CC881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312463CA-7D07-4B40-8B8D-597A396F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753135B-AA0A-4DB3-8D10-707E568B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D269403D-7363-4E07-A426-828A81D6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 arquitetura oficial mostra múltiplos consumidores — O servidor conecta ativos dbt a diferentes fluxos de ag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c99cd86d98475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C200E1E-B069-48C8-A983-6C4A2EE7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512902AA-5D3B-4839-B182-9836667B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F6BA44-D6EB-467D-8F06-2F45D434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210615775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14C4BB-89D6-433F-9111-172AF5DA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arquitetura oficial mostra múltiplos consumidores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5C95A729-BBD0-4B7D-9D07-3943AD73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O servidor conecta ativos dbt a diferentes fluxos de agente.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4A49716C-61C5-42C0-A1AC-6F16B93B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Figura oficial da documentação dbt usada para explicar: A arquitetura oficial mostra múltiplos consumidores — O servidor conecta ativos dbt a diferentes fluxos de ag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668c0015b449a"/>
          <a:stretch xmlns:a="http://schemas.openxmlformats.org/drawingml/2006/main"/>
        </p:blipFill>
        <p:spPr>
          <a:xfrm xmlns:a="http://schemas.openxmlformats.org/drawingml/2006/main">
            <a:off x="5429250" y="2508944"/>
            <a:ext cx="5791200" cy="1935362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F584FBD7-85C1-49C5-964D-5F080C1E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1305275-5AE0-4E40-B462-EA743722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EA6B798-0DDC-4167-8C84-DCA3B9CC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Figura oficial da documentação dbt usada para explicar: A arquitetura oficial mostra múltiplos consumidores — O servidor conecta ativos dbt a diferentes fluxos de ag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afff21367431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16FD17D-147E-49B0-8A1F-2F9D3324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12E44DE8-BD05-4678-AEE6-0A514181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9D9C7A-9F35-456A-8E3E-B14FBA34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219861632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2A49A5-B81C-4508-8EF7-33B12F17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Modelo de ameaça vem antes da conexão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9A84F1E-7BB9-4E32-85DA-FB46CCF8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Leitura de metadata não deve abrir escrita ou SQL arbitrário.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3E912A9-EFC0-4FB3-B855-DB793695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Dados sensíveis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Ferramentas mutantes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Prompt injection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Credenciais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F2DAC336-F699-4D2B-ACFA-01A8DCAE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09EB866-0927-4515-9B36-8841CD6E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36CB1B1-1AD8-4060-88AF-B23CD43B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A1F7DA6F-2F63-4BAA-98C6-B8FA0E65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2E92026C-DD4A-4085-8B6A-1C148D3E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Modelo de ameaça vem antes da conexão — Leitura de metadata não deve abrir escrita ou SQL arbitrári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fd70ae99b437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DC9DBFB-32E9-4C62-9631-157324F3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E41D16B6-E6F4-4244-B56E-34457C8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7156E0E-2924-4EDC-808F-82AEB964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19359279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2F585A-B016-4A17-97B0-284B3426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Modelo de ameaça vem antes da conexão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CE6A0FDA-390E-420F-B6BE-62D99CA9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Cliente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E46B2B69-8D7B-47A2-AA69-09AEB924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Allowlist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105F1AAC-AD66-4A3D-9826-18E2C760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Servidor</a:t>
            </a:r>
          </a:p>
        </p:txBody>
      </p:sp>
      <p:sp>
        <p:nvSpPr>
          <p:cNvPr id="5" name="layer-4">
            <a:extLst xmlns:a="http://schemas.openxmlformats.org/drawingml/2006/main">
              <a:ext uri="{FF2B5EF4-FFF2-40B4-BE49-F238E27FC236}">
                <a16:creationId xmlns:a16="http://schemas.microsoft.com/office/drawing/2014/main" id="{18FB4BD4-7917-4CDD-AF39-64149DEB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2867025"/>
            <a:ext cx="5572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Dados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B8047A6-072B-4196-9D89-1C9E0FE7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85C5CA6-1843-4DC2-B366-0616E275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Modelo de ameaça vem antes da conexão — Client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cab63f7df4a9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95152FA-E498-4BA8-B0A0-473348CA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AE6A8971-D7D5-48A5-B256-0EAFD646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EAB0442-5909-43F9-BD69-4D85865A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5329120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9A6D0B-5E1A-4CCB-9905-86F59C40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Allowlist é uma política executável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83325CA-B980-490C-96CD-E3B74BF2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Manifest, docs e linhagem entram; SQL e codegen ficam fora.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CB3B74A-D882-42D9-9064-655B2013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5 tools de leitura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credencial cloud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Negação testada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755AF35-E401-4318-9D1C-6889DB8D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3C7EE7D-26CC-46B6-AD0D-8528695CA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A0BC418-4544-43BD-A288-15650AFA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AB9022A-CFAA-48F5-8956-3742F662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C4B8F68-0838-43BD-9409-26F27E2E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llowlist é uma política executável — Manifest, docs e linhagem entram; SQL e codegen ficam for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6666c9b61047e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8AD7922-ED10-42EC-A853-424D2F4C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77FFA64-8EA8-4609-BAE8-1BE34F3A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46F98B-3BC2-4BC5-ACD7-2283D326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542411417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5FA239-F057-4610-B20E-ED30FD46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Allowlist é uma política executável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39FE55BD-0858-4B71-A06C-0D6B4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Permitido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BEE7D6F9-72E5-4B3A-9AA8-90CE1D08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Bloqueado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4ED1FF7D-FA84-4B81-B233-BC0D76EE7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3B57163F-A5DF-4593-B9F1-ADD340AB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5 tools de leitura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Sem credencial cloud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946452D8-9ED2-4B96-9C16-92E909E3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Negação testada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DD13EF1-5E32-478E-954E-EA9F640D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9D86998C-7B45-4182-90CF-12796127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llowlist é uma política executável — Permitid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333c26b28b45f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C1F43E5-2449-4C6C-BAE4-25FD1767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DDF68D8-11DF-4696-867B-EB620E3B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3E06B2-64A3-418D-B130-F88CAEC2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277191398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8C78B5-DD8F-40CF-8968-527049CA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Contexto melhora antes da resposta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DAAF467-E930-4777-8B03-69617C34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agente encontra owner, dependência e métrica sem inferir o schema bruto.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69F0993-4D40-4DA9-B0A4-AAB5A81E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Manifest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Documentação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Linhagem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Métricas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E5E37CE-B4B8-40F8-8A94-E31FAD28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F0850A0-5550-43A8-99B1-FF793774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CF34219-30B5-4760-90AF-C11FC743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186313F-DF0C-4843-992D-BF336A31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3FA4256-7139-4092-BAC2-56E68739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Contexto melhora antes da resposta — O agente encontra owner, dependência e métrica sem inferir o schema brut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02a2320b2433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8A7AABC-CB62-402E-9B5A-05EAAAD0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2F8C9AE9-552B-42B0-BE4F-1963B061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1D1A287-1E8E-4D88-812B-95B9D4E5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205273655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C8EB08-3639-4AEC-A72A-4E77CC1D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Contexto melhora antes da resposta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2DC6FDA1-056A-479A-9693-81F7A4BF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D0F6444D-45CA-4FE5-90EB-C449AC56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Contexto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58EFC989-B258-42C5-85DF-600C5E15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Plano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33FB710A-7373-48D4-B0FB-332C0030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Resposta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BD8BE20E-F83A-4500-9FC7-A14FA208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0344A12-6CA2-4D13-A8B6-44E9701A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Contexto melhora antes da resposta — Pergunt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01de03476b44b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7D0E026-A5C7-4D07-9E5C-E87EED8D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7689B5C6-334C-4E78-B408-19E70ADF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2F6AFC-0049-4920-BE9B-EF556D93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893235974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A1A755-91BD-4846-AB97-7F449370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70721D4B-06CB-44CE-A7AD-D61EFA4E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32A96472-DFE3-4278-B29C-1164F604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11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17A3394A-D045-406F-8B9F-F50AD730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B8F3BB1-0746-4C08-8355-8BBBE3C2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38616CB-D54B-40DC-8A71-A7412CCDE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1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ea07cfcc240b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940A11-13F3-4783-9D36-6AB9BDAC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321395EC-2F01-498D-96D1-EFD2395D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79E9F3-ED95-4CD4-8ACD-04231028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190321189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A5A843-FEAC-427C-9472-E651F50B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10BD472-8BEE-4198-86A9-691D90AF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9D6B082-5997-4AB2-926F-ACA3DD2F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Servidor local inicia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FE81310-BBFA-40B7-8BEA-44CCD183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1446C13-20C2-4CBB-8E4A-AC3B4CA1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A66F39EA-BA2E-4B57-9DDF-94DFBB5E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Cinco tools permitidas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153D565-99BD-4A7E-A0A4-40C6090B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3DAABC66-419A-49C4-BB40-3F8B694D8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435AC22-9A35-4D06-8FB7-110E380B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SQL e codegen rejeitados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422E6720-E275-421E-9111-FCB9C461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488659E-FDF4-4C6B-AB18-41515B8C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202aefb9394162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F9D9941-9949-46FB-B8AE-96168778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24B9015F-E524-4C79-B9EC-538F7379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C81F71-E80A-4038-B172-CCE1C819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031073777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CD7357F0-B491-48A6-B995-39C90B19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0487357D-62AB-4583-A362-EBFEF8D6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MCP somente leitura validado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E24CDED2-9B8F-4236-BCE7-E78D69FF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11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A115495-358C-4B9C-B18F-B36EFD8B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5EE3019-4B5D-47B1-B6C8-578B0E45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0A78D9C-DC75-472C-A5B0-193E3905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DA1283D-D260-42ED-B98D-0794FAD4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MCP somente leitura validad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f81b543d34915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82B18F2-C2DC-4754-91E6-01252DAE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27379F01-4320-46C8-BA49-C67B77E0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B69296-2197-424B-8D36-624ADFC4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9455078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58DAA3-2297-44D9-911F-FA561E3C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D2CF494F-3E4B-4E20-ADA1-F0118B5F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1AE568A-5263-43CD-BFC7-F53C21A6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mínimo privilégio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FBFB9C4-B9F4-49E4-A83F-799F00D5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044EDA1-06B8-4DA0-A818-2AD5ECF6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5057355-53BD-4929-9241-D62C95D7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menos tentativa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896B3FF-46ED-411D-A606-3CCC6E31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6F49A044-2BD3-4C5C-ABE5-0982AB50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30B4B76-DA2E-49B8-BDD3-5A189D86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verificável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559FDDC-F051-4ECE-9545-06748F79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B1CEFD0-E42B-493E-A419-6D10B02B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95818b95a24f3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D9346C2-F760-4A96-B753-F45D0FA6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3DD40DEE-CBF7-40DF-9672-C58D9749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A3FB169-85FB-4DC7-AA10-E3C3B1BCF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394466085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DF7CCFFF-4592-4A42-B9C2-EEEEA2CB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interface governada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6E5E0C7E-5A58-44DC-8C35-2BB889BB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padrão reportado pela impact.com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193E0580-97EC-42F7-AB10-B4382F7D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4554E9E0-725B-468D-871F-488F9C36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Case publicado pela empresa/dbt Labs; o laboratório testa apenas a fronteira local.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742C20E-DDEE-4AA7-8712-EE96F63C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C307F74-0132-4586-AE62-B762879A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interface governada — padrão reportado pela impact.com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5239cc23d438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CC55955-4D7D-4C41-8422-36A19A6B8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76EC665-2ED6-4D31-8612-125DE530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58400A-463B-46E5-B288-8CD26CD4B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8307564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454038-2AB4-4FD4-8E82-78C37CAC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872F0E6F-69E4-416E-833C-B87F2F8F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MCP não corrige metadata ruim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Cliente ainda pode raciocinar errado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Acesso ao banco permanece separado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6ABB028A-A9EF-4DB5-8942-5E9E6EA1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3829695-7CF9-454E-96D1-94587EFD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MCP não corrige metadata ruim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685ed2355401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75714CE-17A2-4626-96EA-A33BC266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96D841A-743C-4CD1-9D15-FD56A2A7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28D02B-7CEA-4988-B7B4-F6C7741F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957377926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74B05E0A-721C-47EE-8AB1-230505F4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7217E439-39D8-46A2-8075-6801A41F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Tools gerenciadas e SQL entram somente na temporada de plataforma.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623B01D3-B469-44CE-B3BC-8FA43FD6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8983E34-BF82-4270-9960-FA4ACDB2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3BEC4C1-ECA7-4C10-B4C4-4D4B560F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27D73C4-283A-429D-A10B-EAAB52D8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BCA6FC7E-2E69-442A-9E0F-6C7064E2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Tools gerenciadas e SQL entram somente na temporada de plataform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5dbbe4013f4ec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651B3C8-FAEA-440E-A54C-1FB02243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7E160BB5-417B-4EBB-B3AF-9571B24A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003A29-1F50-43A7-8402-D53EAAD9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20856081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EBD5FCD3-0114-4EAD-82CD-01FF5835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0574A3C6-8E5C-42BB-A2DC-F80329A5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Liste as ferramentas permitidas e prove que uma proibida é rejeitada.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1C15E6F3-2F4F-4F3F-BBB6-735CFDFE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11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E4BA6C49-15CF-4A6D-B3BB-BCE519E1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11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6F21CF45-B705-42E0-BE55-FDCF1EDD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Liste as ferramentas permitidas e prove que uma proibida é rejeitada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d21daa3894ca3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7A6DFA3-EC14-49D6-A190-93E2C169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CBC02799-AF9E-498F-ABC7-52ACE307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5F5E503-B978-44AD-B419-8547F29C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11819985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2026-09-02T16:14:53.0080000Z</dcterms:created>
  <dcterms:modified xsi:type="dcterms:W3CDTF">2026-09-02T16:14:53.0080000Z</dcterms:modified>
</coreProperties>
</file>