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ced7d98416479e" /><Relationship Type="http://schemas.openxmlformats.org/officeDocument/2006/relationships/extended-properties" Target="/docProps/app.xml" Id="R88ad543337834d44" /><Relationship Type="http://schemas.openxmlformats.org/officeDocument/2006/relationships/officeDocument" Target="/ppt/presentation.xml" Id="Ree8134dc376f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ae2b3b7f064f5b"/>
    <p:sldMasterId xmlns:r="http://schemas.openxmlformats.org/officeDocument/2006/relationships" id="2147483650" r:id="R72929f1b42704eb5"/>
  </p:sldMasterIdLst>
  <p:notesMasterIdLst>
    <p:notesMasterId xmlns:r="http://schemas.openxmlformats.org/officeDocument/2006/relationships" r:id="R67e5b25dc3d04254"/>
  </p:notesMasterIdLst>
  <p:sldIdLst>
    <p:sldId xmlns:r="http://schemas.openxmlformats.org/officeDocument/2006/relationships" id="256" r:id="Rd5be83d1e8564780"/>
    <p:sldId xmlns:r="http://schemas.openxmlformats.org/officeDocument/2006/relationships" id="257" r:id="Rcedea19652924a23"/>
    <p:sldId xmlns:r="http://schemas.openxmlformats.org/officeDocument/2006/relationships" id="258" r:id="R0a45f98d5ab64ed2"/>
    <p:sldId xmlns:r="http://schemas.openxmlformats.org/officeDocument/2006/relationships" id="259" r:id="R57df0b3f56b54cf6"/>
    <p:sldId xmlns:r="http://schemas.openxmlformats.org/officeDocument/2006/relationships" id="260" r:id="Rc0a976d567534f61"/>
    <p:sldId xmlns:r="http://schemas.openxmlformats.org/officeDocument/2006/relationships" id="261" r:id="R0080c785b54247cc"/>
    <p:sldId xmlns:r="http://schemas.openxmlformats.org/officeDocument/2006/relationships" id="262" r:id="R3c92b588325241e3"/>
    <p:sldId xmlns:r="http://schemas.openxmlformats.org/officeDocument/2006/relationships" id="263" r:id="Rc54bf85d1ba54668"/>
    <p:sldId xmlns:r="http://schemas.openxmlformats.org/officeDocument/2006/relationships" id="264" r:id="R4604b83c9c2f4c60"/>
    <p:sldId xmlns:r="http://schemas.openxmlformats.org/officeDocument/2006/relationships" id="265" r:id="R59fcc648d72e40ac"/>
    <p:sldId xmlns:r="http://schemas.openxmlformats.org/officeDocument/2006/relationships" id="266" r:id="R28f2e1df626f44cb"/>
    <p:sldId xmlns:r="http://schemas.openxmlformats.org/officeDocument/2006/relationships" id="267" r:id="R414471bde7c1433f"/>
    <p:sldId xmlns:r="http://schemas.openxmlformats.org/officeDocument/2006/relationships" id="268" r:id="R9c898740d62641a2"/>
    <p:sldId xmlns:r="http://schemas.openxmlformats.org/officeDocument/2006/relationships" id="269" r:id="Rc2cb59efa57f4cdf"/>
    <p:sldId xmlns:r="http://schemas.openxmlformats.org/officeDocument/2006/relationships" id="270" r:id="Rf853070c464741e1"/>
    <p:sldId xmlns:r="http://schemas.openxmlformats.org/officeDocument/2006/relationships" id="271" r:id="Rfd4c629090884ba3"/>
    <p:sldId xmlns:r="http://schemas.openxmlformats.org/officeDocument/2006/relationships" id="272" r:id="R58368c720552435a"/>
    <p:sldId xmlns:r="http://schemas.openxmlformats.org/officeDocument/2006/relationships" id="273" r:id="R9a6086f018dd4601"/>
    <p:sldId xmlns:r="http://schemas.openxmlformats.org/officeDocument/2006/relationships" id="274" r:id="R4eb44e43ee454ed1"/>
    <p:sldId xmlns:r="http://schemas.openxmlformats.org/officeDocument/2006/relationships" id="275" r:id="Rc203937e6ba141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02f8435c6b40d5" /><Relationship Type="http://schemas.openxmlformats.org/officeDocument/2006/relationships/slideMaster" Target="/ppt/slideMasters/slideMaster1.xml" Id="R6fae2b3b7f064f5b" /><Relationship Type="http://schemas.openxmlformats.org/officeDocument/2006/relationships/slideMaster" Target="/ppt/slideMasters/slideMaster2.xml" Id="R72929f1b42704eb5" /><Relationship Type="http://schemas.openxmlformats.org/officeDocument/2006/relationships/notesMaster" Target="/ppt/notesMasters/notesMaster1.xml" Id="R67e5b25dc3d04254" /><Relationship Type="http://schemas.openxmlformats.org/officeDocument/2006/relationships/presProps" Target="/ppt/presProps.xml" Id="R651b7bdd9cbd4e8c" /><Relationship Type="http://schemas.openxmlformats.org/officeDocument/2006/relationships/tableStyles" Target="/ppt/tableStyles.xml" Id="Rf08b2bf7c71140dc" /><Relationship Type="http://schemas.openxmlformats.org/officeDocument/2006/relationships/slide" Target="/ppt/slides/slide1.xml" Id="Rd5be83d1e8564780" /><Relationship Type="http://schemas.openxmlformats.org/officeDocument/2006/relationships/slide" Target="/ppt/slides/slide2.xml" Id="Rcedea19652924a23" /><Relationship Type="http://schemas.openxmlformats.org/officeDocument/2006/relationships/slide" Target="/ppt/slides/slide3.xml" Id="R0a45f98d5ab64ed2" /><Relationship Type="http://schemas.openxmlformats.org/officeDocument/2006/relationships/slide" Target="/ppt/slides/slide4.xml" Id="R57df0b3f56b54cf6" /><Relationship Type="http://schemas.openxmlformats.org/officeDocument/2006/relationships/slide" Target="/ppt/slides/slide5.xml" Id="Rc0a976d567534f61" /><Relationship Type="http://schemas.openxmlformats.org/officeDocument/2006/relationships/slide" Target="/ppt/slides/slide6.xml" Id="R0080c785b54247cc" /><Relationship Type="http://schemas.openxmlformats.org/officeDocument/2006/relationships/slide" Target="/ppt/slides/slide7.xml" Id="R3c92b588325241e3" /><Relationship Type="http://schemas.openxmlformats.org/officeDocument/2006/relationships/slide" Target="/ppt/slides/slide8.xml" Id="Rc54bf85d1ba54668" /><Relationship Type="http://schemas.openxmlformats.org/officeDocument/2006/relationships/slide" Target="/ppt/slides/slide9.xml" Id="R4604b83c9c2f4c60" /><Relationship Type="http://schemas.openxmlformats.org/officeDocument/2006/relationships/slide" Target="/ppt/slides/slide10.xml" Id="R59fcc648d72e40ac" /><Relationship Type="http://schemas.openxmlformats.org/officeDocument/2006/relationships/slide" Target="/ppt/slides/slide11.xml" Id="R28f2e1df626f44cb" /><Relationship Type="http://schemas.openxmlformats.org/officeDocument/2006/relationships/slide" Target="/ppt/slides/slide12.xml" Id="R414471bde7c1433f" /><Relationship Type="http://schemas.openxmlformats.org/officeDocument/2006/relationships/slide" Target="/ppt/slides/slide13.xml" Id="R9c898740d62641a2" /><Relationship Type="http://schemas.openxmlformats.org/officeDocument/2006/relationships/slide" Target="/ppt/slides/slide14.xml" Id="Rc2cb59efa57f4cdf" /><Relationship Type="http://schemas.openxmlformats.org/officeDocument/2006/relationships/slide" Target="/ppt/slides/slide15.xml" Id="Rf853070c464741e1" /><Relationship Type="http://schemas.openxmlformats.org/officeDocument/2006/relationships/slide" Target="/ppt/slides/slide16.xml" Id="Rfd4c629090884ba3" /><Relationship Type="http://schemas.openxmlformats.org/officeDocument/2006/relationships/slide" Target="/ppt/slides/slide17.xml" Id="R58368c720552435a" /><Relationship Type="http://schemas.openxmlformats.org/officeDocument/2006/relationships/slide" Target="/ppt/slides/slide18.xml" Id="R9a6086f018dd4601" /><Relationship Type="http://schemas.openxmlformats.org/officeDocument/2006/relationships/slide" Target="/ppt/slides/slide19.xml" Id="R4eb44e43ee454ed1" /><Relationship Type="http://schemas.openxmlformats.org/officeDocument/2006/relationships/slide" Target="/ppt/slides/slide20.xml" Id="Rc203937e6ba141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5b3a84253614e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7ef192eb14887" /><Relationship Type="http://schemas.openxmlformats.org/officeDocument/2006/relationships/notesMaster" Target="/ppt/notesMasters/notesMaster1.xml" Id="R7b96cdbfc3a045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5542fb42584540" /><Relationship Type="http://schemas.openxmlformats.org/officeDocument/2006/relationships/notesMaster" Target="/ppt/notesMasters/notesMaster1.xml" Id="Rd0ba917b81f74f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4b839e928c4850" /><Relationship Type="http://schemas.openxmlformats.org/officeDocument/2006/relationships/notesMaster" Target="/ppt/notesMasters/notesMaster1.xml" Id="R9cb79c5d575744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b7fe5b2e284bbd" /><Relationship Type="http://schemas.openxmlformats.org/officeDocument/2006/relationships/notesMaster" Target="/ppt/notesMasters/notesMaster1.xml" Id="R19fead5f046a42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3eebacafbc4f4c" /><Relationship Type="http://schemas.openxmlformats.org/officeDocument/2006/relationships/notesMaster" Target="/ppt/notesMasters/notesMaster1.xml" Id="R745550a3db4148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90ae09d7994e44" /><Relationship Type="http://schemas.openxmlformats.org/officeDocument/2006/relationships/notesMaster" Target="/ppt/notesMasters/notesMaster1.xml" Id="R617ed5698e2940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77f5940194ebe" /><Relationship Type="http://schemas.openxmlformats.org/officeDocument/2006/relationships/notesMaster" Target="/ppt/notesMasters/notesMaster1.xml" Id="R8aa628b889ca48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d7d78b4fd74a6f" /><Relationship Type="http://schemas.openxmlformats.org/officeDocument/2006/relationships/notesMaster" Target="/ppt/notesMasters/notesMaster1.xml" Id="Rb43a5615c3794c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9fb53259bd499b" /><Relationship Type="http://schemas.openxmlformats.org/officeDocument/2006/relationships/notesMaster" Target="/ppt/notesMasters/notesMaster1.xml" Id="Re0d94a80441447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52026111024066" /><Relationship Type="http://schemas.openxmlformats.org/officeDocument/2006/relationships/notesMaster" Target="/ppt/notesMasters/notesMaster1.xml" Id="R2457d562bc1a4f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ba79da7dbb4c84" /><Relationship Type="http://schemas.openxmlformats.org/officeDocument/2006/relationships/notesMaster" Target="/ppt/notesMasters/notesMaster1.xml" Id="Rfd2f18cc510543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62f12aa2f241fe" /><Relationship Type="http://schemas.openxmlformats.org/officeDocument/2006/relationships/notesMaster" Target="/ppt/notesMasters/notesMaster1.xml" Id="Rfb641a836f0047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8ead3ac37c4ab1" /><Relationship Type="http://schemas.openxmlformats.org/officeDocument/2006/relationships/notesMaster" Target="/ppt/notesMasters/notesMaster1.xml" Id="R6000d36458b94a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1224ec2bf14ee9" /><Relationship Type="http://schemas.openxmlformats.org/officeDocument/2006/relationships/notesMaster" Target="/ppt/notesMasters/notesMaster1.xml" Id="Re3ac220de48848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da11cfc034468e" /><Relationship Type="http://schemas.openxmlformats.org/officeDocument/2006/relationships/notesMaster" Target="/ppt/notesMasters/notesMaster1.xml" Id="R8bced58be40c46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915c55d66b4ff7" /><Relationship Type="http://schemas.openxmlformats.org/officeDocument/2006/relationships/notesMaster" Target="/ppt/notesMasters/notesMaster1.xml" Id="R9d0c7243117a4b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a7ff56a05d4e36" /><Relationship Type="http://schemas.openxmlformats.org/officeDocument/2006/relationships/notesMaster" Target="/ppt/notesMasters/notesMaster1.xml" Id="Ra5df4b723e8b41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14c883d4e9483b" /><Relationship Type="http://schemas.openxmlformats.org/officeDocument/2006/relationships/notesMaster" Target="/ppt/notesMasters/notesMaster1.xml" Id="R9ae64607f17e45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55bdbb91194ce0" /><Relationship Type="http://schemas.openxmlformats.org/officeDocument/2006/relationships/notesMaster" Target="/ppt/notesMasters/notesMaster1.xml" Id="R9b29def8202b4d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2b06f6bccd4f09" /><Relationship Type="http://schemas.openxmlformats.org/officeDocument/2006/relationships/notesMaster" Target="/ppt/notesMasters/notesMaster1.xml" Id="R5730edb14d894e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 do EPISÓDIO 11 e conecte-o ao checkpoint executável. MCP não torna o agente confiável; torna a fronteira de contexto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não torna o agente confiável; torna a fronteira de contexto explícita. Use o diagrama para antecipar o problema que será comprovado no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 três resultados observáveis da aula: Conectar um cliente neutro; Aplicar allowlist; Rejeitar SQL e codegen.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protocolo descreve ferramentas; o servidor decide o que expor. Desenvolva os pontos: Cliente neutro; Servidor dbt; Artifacts locais.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servidor conecta ativos dbt a diferentes fluxos de agente. Desenvolva os pontos: Discovery; Semantic context; Execução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O servidor conecta ativos dbt a diferentes fluxos de agente. Discovery Semantic context Execução controlada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Leitura de metadata não deve abrir escrita ou SQL arbitrário. Desenvolva os pontos: Dados sensíveis; Ferramentas mutantes; Prompt injection; Credenciais.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Leitura de metadata não deve abrir escrita ou SQL arbitrário. Dados sensíveis Ferramentas mutantes Prompt injection Credenciais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Manifest, docs e linhagem entram; SQL e codegen ficam fora. Desenvolva os pontos: 5 tools de leitura; Sem credencial cloud; Negação testada.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Manifest, docs e linhagem entram; SQL e codegen ficam fora. 5 tools de leitura Sem credencial cloud Negação testada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agente encontra owner, dependência e métrica sem inferir o schema bruto. Desenvolva os pontos: Manifest; Documentação; Linhagem; Métricas.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composição para explicar visualmente: O agente encontra owner, dependência e métrica sem inferir o schema bruto. Manifest Documentação Linhagem Métricas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python course.py checkpoint 11. Pause para o aluno acompanhar o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Durante a execução, destaque: Servidor local inicia; Cinco tools permitidas; SQL e codegen rejeitados.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Confirme o resultado esperado: MCP somente leitura validado. Se o valor divergir, não avance sem investigar.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Conecte a técnica aos efeitos: Governança: mínimo privilégio; FinOps: menos tentativa; IA: contexto verificável. Não prometa economia sem medição.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interface governada: padrão reportado pela impact.com. Case publicado pela empresa/dbt Labs; o laboratório testa apenas a fronteira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limites sem minimizá-los: MCP não corrige metadata ruim; Cliente ainda pode raciocinar errado; Acesso ao banco permanece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Tools gerenciadas e SQL entram somente na temporada de plataforma. Reforce que beta e preview não fazem parte da aceitação.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Liste as ferramentas permitidas e prove que uma proibida é rejeitada. Encerre conectando a aula ao próximo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https://docs.getdbt.com/docs/dbt-ai/about-mcp</a:t>
            </a:r>
          </a:p>
          <a:p xmlns:a="http://schemas.openxmlformats.org/drawingml/2006/main">
            <a:r>
              <a:t>- https://github.com/dbt-labs/dbt-mcp</a:t>
            </a:r>
          </a:p>
          <a:p xmlns:a="http://schemas.openxmlformats.org/drawingml/2006/main">
            <a:r>
              <a:t>- https://www.getdbt.com/case-studies/impact.com</a:t>
            </a:r>
          </a:p>
          <a:p xmlns:a="http://schemas.openxmlformats.org/drawingml/2006/main">
            <a:r>
              <a:t>- https://github.com/AnselmoBorges/dbt-moderno-na-pratica/blob/main/roteiros/11-dbt-mcp.md</a:t>
            </a:r>
          </a:p>
          <a:p xmlns:a="http://schemas.openxmlformats.org/drawingml/2006/main">
            <a:r>
              <a:t>- repo://laboratorio/checkpoints/ep11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bfa436fc94f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f9a6e0be4e4e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839ac390a84d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e07ddddd314ac6" /><Relationship Type="http://schemas.openxmlformats.org/officeDocument/2006/relationships/slideLayout" Target="/ppt/slideLayouts/slideLayout1.xml" Id="Re5e073fe22454e2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9dd65b895094881" /><Relationship Type="http://schemas.openxmlformats.org/officeDocument/2006/relationships/slideLayout" Target="/ppt/slideLayouts/slideLayout2.xml" Id="R44d7633fe89e40c6" /><Relationship Type="http://schemas.openxmlformats.org/officeDocument/2006/relationships/slideLayout" Target="/ppt/slideLayouts/slideLayout3.xml" Id="R06d670c709fd47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073fe22454e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44d7633fe89e40c6"/>
    <p:sldLayoutId xmlns:r="http://schemas.openxmlformats.org/officeDocument/2006/relationships" id="2147483652" r:id="R06d670c709fd4751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d8e9031ec6465e" /><Relationship Type="http://schemas.openxmlformats.org/officeDocument/2006/relationships/image" Target="/ppt/media/image.jpeg" Id="R4597f572fd234b78" /><Relationship Type="http://schemas.openxmlformats.org/officeDocument/2006/relationships/notesSlide" Target="/ppt/notesSlides/notesSlide1.xml" Id="R4e4ecb436ea344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d1ed944ed74120" /><Relationship Type="http://schemas.openxmlformats.org/officeDocument/2006/relationships/image" Target="/ppt/media/image.png" Id="Rb6050db9399342d0" /><Relationship Type="http://schemas.openxmlformats.org/officeDocument/2006/relationships/notesSlide" Target="/ppt/notesSlides/notesSlide2.xml" Id="Rf002bd330fc143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84af508b124364" /><Relationship Type="http://schemas.openxmlformats.org/officeDocument/2006/relationships/notesSlide" Target="/ppt/notesSlides/notesSlide3.xml" Id="Rf1eedecf3e8040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7a9d3848264e99" /><Relationship Type="http://schemas.openxmlformats.org/officeDocument/2006/relationships/notesSlide" Target="/ppt/notesSlides/notesSlide4.xml" Id="R0a562046599b4c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f491f729a84f9e" /><Relationship Type="http://schemas.openxmlformats.org/officeDocument/2006/relationships/notesSlide" Target="/ppt/notesSlides/notesSlide5.xml" Id="Re5fefedd14e048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f9df145e274ced" /><Relationship Type="http://schemas.openxmlformats.org/officeDocument/2006/relationships/image" Target="/ppt/media/image2.png" Id="R6a6dcf7bad5a4d11" /><Relationship Type="http://schemas.openxmlformats.org/officeDocument/2006/relationships/notesSlide" Target="/ppt/notesSlides/notesSlide6.xml" Id="Raa250968a3234d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15e9b96fa4034" /><Relationship Type="http://schemas.openxmlformats.org/officeDocument/2006/relationships/notesSlide" Target="/ppt/notesSlides/notesSlide7.xml" Id="R0dce053c1b0c4a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b49d38bf644445" /><Relationship Type="http://schemas.openxmlformats.org/officeDocument/2006/relationships/notesSlide" Target="/ppt/notesSlides/notesSlide8.xml" Id="Rb2ecb0694769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ae6f0cbd8742ca" /><Relationship Type="http://schemas.openxmlformats.org/officeDocument/2006/relationships/notesSlide" Target="/ppt/notesSlides/notesSlide9.xml" Id="Rde6e2c5dce8b41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ab939177614d7b" /><Relationship Type="http://schemas.openxmlformats.org/officeDocument/2006/relationships/notesSlide" Target="/ppt/notesSlides/notesSlide10.xml" Id="R0052db738bf34e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57e5357f924918" /><Relationship Type="http://schemas.openxmlformats.org/officeDocument/2006/relationships/notesSlide" Target="/ppt/notesSlides/notesSlide11.xml" Id="Rb77315241ad64b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de52c3fee648c2" /><Relationship Type="http://schemas.openxmlformats.org/officeDocument/2006/relationships/notesSlide" Target="/ppt/notesSlides/notesSlide12.xml" Id="Ra537d6268e1f4e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5fad21c3d54ecc" /><Relationship Type="http://schemas.openxmlformats.org/officeDocument/2006/relationships/notesSlide" Target="/ppt/notesSlides/notesSlide13.xml" Id="R2f9d66efd38744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9cb36748d448b6" /><Relationship Type="http://schemas.openxmlformats.org/officeDocument/2006/relationships/notesSlide" Target="/ppt/notesSlides/notesSlide14.xml" Id="R49497f94aa7647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fb2f65b0c8484b" /><Relationship Type="http://schemas.openxmlformats.org/officeDocument/2006/relationships/notesSlide" Target="/ppt/notesSlides/notesSlide15.xml" Id="Rd7fdb08bc43d47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e3fe54168e4e8d" /><Relationship Type="http://schemas.openxmlformats.org/officeDocument/2006/relationships/notesSlide" Target="/ppt/notesSlides/notesSlide16.xml" Id="Rf2fbe67166ff44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f32837a952440e" /><Relationship Type="http://schemas.openxmlformats.org/officeDocument/2006/relationships/notesSlide" Target="/ppt/notesSlides/notesSlide17.xml" Id="R65cb15f1ec1345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fb1bf274a045d0" /><Relationship Type="http://schemas.openxmlformats.org/officeDocument/2006/relationships/notesSlide" Target="/ppt/notesSlides/notesSlide18.xml" Id="Rf2787b8b9ff44f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10c8c0a6ea4297" /><Relationship Type="http://schemas.openxmlformats.org/officeDocument/2006/relationships/notesSlide" Target="/ppt/notesSlides/notesSlide19.xml" Id="R3ead6794995847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b5b32507f048cf" /><Relationship Type="http://schemas.openxmlformats.org/officeDocument/2006/relationships/notesSlide" Target="/ppt/notesSlides/notesSlide20.xml" Id="Rca50e399949841e7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 descr="Ilustração conceitual autoral da capa: EPISÓDIO 11 — dbt MCP: contexto governado para o agen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7f572fd234b78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2D8496C2-8194-44D4-A07C-98A9F058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FEC4AA3F-4833-4780-A7AD-59189044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5BB0B864-ED6D-42BF-A68D-1EEDC49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11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B45E042-8411-4268-AE8B-CD4E4445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dbt MCP: contexto governado para o agente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76EBF6E-EE63-489E-94EF-C3D1410C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Manifest, documentação e linhagem com mínimo privilégio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1277054-A585-4305-AEBF-1393ABCD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71588B14-D603-4874-B9E1-F7BCE395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11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356156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ok">
            <a:extLst xmlns:a="http://schemas.openxmlformats.org/drawingml/2006/main">
              <a:ext uri="{FF2B5EF4-FFF2-40B4-BE49-F238E27FC236}">
                <a16:creationId xmlns:a16="http://schemas.microsoft.com/office/drawing/2014/main" id="{A2B13042-35BE-404C-9DFE-95248E7C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MCP não torna o agente confiável; torna a fronteira de contexto explícita.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23877674-CA6D-41E7-BCE1-47EAD230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5CD119B9-DABF-4A52-98EE-399F9E51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B6EB6137-8AC9-4844-94C8-A8DD637B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4" name="" descr="Diagrama didático autoral que apresenta: MCP não torna o agente confiável; torna a fronteira de contexto explícita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50db9399342d0"/>
          <a:stretch xmlns:a="http://schemas.openxmlformats.org/drawingml/2006/main"/>
        </p:blipFill>
        <p:spPr>
          <a:xfrm xmlns:a="http://schemas.openxmlformats.org/drawingml/2006/main">
            <a:off x="2998733" y="3790950"/>
            <a:ext cx="6194534" cy="15621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2D1DF55A-5728-44FB-9E19-8E124B71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24F414D-5100-46AD-9336-249CE28D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A640D06-D292-4310-AB14-9A3EF71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FDC8C5-9D46-4D24-BCE0-45A6DD4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78120021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127141-74FF-4D70-9619-25E4AE61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F8A51DDC-D01F-4D25-8D9F-928B06A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C833894-D322-4E39-9C17-24F50A1C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Conectar um cliente neutro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8E4463DE-BA76-4E1B-9EDF-395B8669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A80E80F0-D599-4271-B209-311FABB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1B504A4D-23F1-4013-B916-BE669D7E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Aplicar allowlist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D241B31A-5D8E-47E5-A660-F7A7F08A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C39DB3E5-2B54-43C4-8EA4-2BBC188E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195B41A3-667F-4292-ACA8-21A18F0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Rejeitar SQL e codegen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07FBBC1-15A6-4E00-A10D-7BCE5D8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A76CFCA-63EA-4408-A1D7-1D20F5CE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215EA71D-5B40-49B7-B90B-C3C35A66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751F96-0A30-4793-AA9D-8556FFBF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99783321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8DA1B4-E6F9-48BF-89E8-2A478BC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MCP separa cliente e contexto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3C4104-7899-4FB3-A1D7-4D2E8B70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O protocolo descreve ferramentas; o servidor decide o que expor.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C19F9400-C91D-41EB-8D83-03A7B337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Cliente neutro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Servidor dbt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Artifacts locais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D9B8368D-137E-4F3C-8A04-1194EF2E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69F1E2A5-707F-44D8-8643-42FCB200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8DB018C-4BF2-4515-AFF5-8E5BA0D7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10D4792D-7E00-4EA3-8840-27384793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C1105CC-6169-485F-AE34-85B9F876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8E9CB68-7597-44B1-A72F-BF68FB6B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8C13B8-D907-4EAB-9A3E-68FBF8AC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143683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9EE6F9-963B-426B-B57E-196E3AD0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A arquitetura oficial mostra múltiplos consumidores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B30816-0D94-4B58-A136-7C5E19D8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O servidor conecta ativos dbt a diferentes fluxos de agente.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86BB410C-BDBF-414F-964A-DB012F5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Discovery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Semantic context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Execução controlada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4CB6CCA0-FDEF-43A4-A5E0-31A51B2B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5AB065E-278C-4C27-8189-1257C7C1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CE99446-2973-4108-9352-B2F573EB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CDB1577-E392-40A6-A63A-6C00199B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4149DE-15E6-46B9-8247-1D8434CD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9196975-5124-422A-9EF9-9D036528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C408B4-F263-4F14-A78A-8A26357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5/20</a:t>
            </a:r>
          </a:p>
        </p:txBody>
      </p:sp>
    </p:spTree>
    <p:extLst>
      <p:ext uri="{BB962C8B-B14F-4D97-AF65-F5344CB8AC3E}">
        <p14:creationId xmlns:p14="http://schemas.microsoft.com/office/powerpoint/2010/main" val="22452978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A602EE-196D-4CF7-919D-853E28D2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 arquitetura oficial mostra múltiplos consumidores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0AC85F8D-8E33-453F-8611-239C07A7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 servidor conecta ativos dbt a diferentes fluxos de agente.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E602683F-B304-4245-ACE6-03EDDF41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3" name="" descr="Figura oficial da documentação dbt usada para explicar: A arquitetura oficial mostra múltiplos consumidores — O servidor conecta ativos dbt a diferentes fluxos de agente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dcf7bad5a4d11"/>
          <a:stretch xmlns:a="http://schemas.openxmlformats.org/drawingml/2006/main"/>
        </p:blipFill>
        <p:spPr>
          <a:xfrm xmlns:a="http://schemas.openxmlformats.org/drawingml/2006/main">
            <a:off x="5429250" y="2508944"/>
            <a:ext cx="5791200" cy="1935362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E0019E11-86B4-443E-BBD5-644BD688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Figura oficial dbt Labs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B2023653-453C-4B49-8316-2C0C30A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27E15C-CCF2-4BE0-ADB5-1F496F5D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84D2C2F-55BC-4130-8B6A-B4DA75DC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7E4995-D785-4C8D-AF08-744D87C6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6/20</a:t>
            </a:r>
          </a:p>
        </p:txBody>
      </p:sp>
    </p:spTree>
    <p:extLst>
      <p:ext uri="{BB962C8B-B14F-4D97-AF65-F5344CB8AC3E}">
        <p14:creationId xmlns:p14="http://schemas.microsoft.com/office/powerpoint/2010/main" val="759031121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ED3B64-7D11-44E1-9065-58A341FF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Modelo de ameaça vem antes da conexão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2E23B5-0322-4925-BAB1-4E7AC11A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Leitura de metadata não deve abrir escrita ou SQL arbitrário.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5554D2C4-CF15-42D3-AE55-BC84E053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Dados sensíveis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Ferramentas mutantes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Prompt injection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Credenciais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565D0AC2-AA01-4A6E-AD05-C13BAA2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E9AF14FF-9CF0-4BD3-8818-96E87CCB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C9CBFA3D-3A4A-4B51-AAED-CDD09A65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2CEF1F3-9EAD-4999-A9E9-5F627B27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0F2269E-CE1D-4F95-965E-08DEEBE8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34FB013-2C50-4742-A1DF-644F143F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D1ECE8-B856-4512-ABB0-D4097D56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1483506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8AE080-102A-461E-BF33-3713B0EB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Modelo de ameaça vem antes da conexão</a:t>
            </a:r>
          </a:p>
        </p:txBody>
      </p:sp>
      <p:sp>
        <p:nvSpPr>
          <p:cNvPr id="2" name="layer-1">
            <a:extLst xmlns:a="http://schemas.openxmlformats.org/drawingml/2006/main">
              <a:ext uri="{FF2B5EF4-FFF2-40B4-BE49-F238E27FC236}">
                <a16:creationId xmlns:a16="http://schemas.microsoft.com/office/drawing/2014/main" id="{5252358A-2267-439C-9615-D74666B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Cliente</a:t>
            </a:r>
          </a:p>
        </p:txBody>
      </p:sp>
      <p:sp>
        <p:nvSpPr>
          <p:cNvPr id="3" name="layer-2">
            <a:extLst xmlns:a="http://schemas.openxmlformats.org/drawingml/2006/main">
              <a:ext uri="{FF2B5EF4-FFF2-40B4-BE49-F238E27FC236}">
                <a16:creationId xmlns:a16="http://schemas.microsoft.com/office/drawing/2014/main" id="{1F448E27-5A67-49C6-B6FE-B31B01A1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4162425"/>
            <a:ext cx="7572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9E8FA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Allowlist</a:t>
            </a:r>
          </a:p>
        </p:txBody>
      </p:sp>
      <p:sp>
        <p:nvSpPr>
          <p:cNvPr id="4" name="layer-3">
            <a:extLst xmlns:a="http://schemas.openxmlformats.org/drawingml/2006/main">
              <a:ext uri="{FF2B5EF4-FFF2-40B4-BE49-F238E27FC236}">
                <a16:creationId xmlns:a16="http://schemas.microsoft.com/office/drawing/2014/main" id="{45A55883-081B-4E84-ABBB-ED7BCED4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14725"/>
            <a:ext cx="657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Servidor</a:t>
            </a:r>
          </a:p>
        </p:txBody>
      </p:sp>
      <p:sp>
        <p:nvSpPr>
          <p:cNvPr id="5" name="layer-4">
            <a:extLst xmlns:a="http://schemas.openxmlformats.org/drawingml/2006/main">
              <a:ext uri="{FF2B5EF4-FFF2-40B4-BE49-F238E27FC236}">
                <a16:creationId xmlns:a16="http://schemas.microsoft.com/office/drawing/2014/main" id="{A63FD9B9-6236-476B-A1A6-911A3370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2867025"/>
            <a:ext cx="5572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9E8FA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Dados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7A555ECC-5699-427C-9C65-E6B05F27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C77881-5481-4300-A10F-A6E2C6B5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DBCC662-6F85-434C-9368-D74CBC6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6301BF-8AD5-4AC0-89AB-5AB4DDC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912026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A96850-8974-448B-BA19-E5F4109A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Allowlist é uma política executável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09BAC0-0B49-4168-897C-6509B85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Manifest, docs e linhagem entram; SQL e codegen ficam fora.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398599CE-F963-4F59-92F2-84B79CFE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5 tools de leitura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Sem credencial cloud</a:t>
            </a:r>
          </a:p>
          <a:p xmlns:a="http://schemas.openxmlformats.org/drawingml/2006/main">
            <a:pPr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Negação testada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5F9FF16-D184-4751-87F7-79CAE41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4EDB9D4B-790F-4E2B-A315-CF29E42E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30BE136-221F-47AF-A819-1558C66C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C682ADF-EDCE-49F5-9F23-0CC57A0E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A1801-70D8-4F46-94C6-2F3485DC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CCBBB80-6E5A-4017-A91A-F846D64E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CA6A13-BD1B-4668-A865-05F96788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662751123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78AD82-70AE-4093-94EE-C450EEF6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Allowlist é uma política executável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E5222711-4074-41DB-B4E1-C4BB4D0E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EC5FF"/>
                </a:solidFill>
              </a:defRPr>
            </a:pPr>
            <a:r>
              <a:rPr sz="2100" b="1">
                <a:solidFill>
                  <a:srgbClr val="1EC5FF"/>
                </a:solidFill>
              </a:rPr>
              <a:t>Permitido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D57B7C81-AAD5-40C4-8E76-F9E7899E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BE8C"/>
                </a:solidFill>
              </a:defRPr>
            </a:pPr>
            <a:r>
              <a:rPr sz="2100" b="1">
                <a:solidFill>
                  <a:srgbClr val="2DBE8C"/>
                </a:solidFill>
              </a:rPr>
              <a:t>Bloqueado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ECC5CB5B-62EE-4B28-AA8C-29CE0FB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8FD9FE5E-5895-44F3-9AE8-0E3F2137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5 tools de leitura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Sem credencial cloud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C91ECB48-B35A-4A44-AC2F-07DB889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• Negação testada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5E51199-D9E8-4B89-AAD8-08BBEE88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0BC29BB-256F-43CF-831A-DCF8949A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6D18D7B-B5B6-4727-804A-09B27083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2B57F3-D98C-4E9F-96D9-75870D4F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2085957594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8BEA57-BA3A-40A6-BA34-E3A1402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Contexto melhora antes da resposta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1C6702-AF0C-470E-B4C5-BAB49FEB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O agente encontra owner, dependência e métrica sem inferir o schema bruto.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6064BEB1-713E-4599-8F76-EE72DD17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Manifest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Documentação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Linhagem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Métricas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0246E94A-7765-4C0F-9D76-07B0D46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0CF11D5A-CA51-4645-A27E-BB900612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A8533BA-7F43-467F-93E1-6EFB6D28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78561B29-C74D-47E6-8D00-C4CD88B1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0DB7352-986F-4911-A734-3D89DD0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68F1F63-F030-420B-A8FA-B8CBC24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C496B4-997D-48A8-9EC4-097536A0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6154808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84F385-956F-4B3B-8B62-B026BF88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Contexto melhora antes da resposta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1649F484-7C27-4038-B12C-4241ED18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Pergunta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A398B53D-3C51-4AA0-952D-BC65C4F3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Contexto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3B5408A9-C725-4BB3-9473-9646C4AE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Plano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2D8C5981-04E8-4735-AB32-B169F73B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Resposta</a:t>
            </a:r>
          </a:p>
        </p:txBody>
      </p:sp>
      <p:cxnSp>
        <p:nvCxnSpPr>
          <p:cNvPr id="18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65C0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AAAC788F-3F5C-48D3-AD4E-8134ECE0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EE11C5-8E98-4F47-B70A-16E6C383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F1E0157-FA02-43A7-98E5-1EE9746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ACBCE8-A6A7-4FF4-B239-904866C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619394807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63F14B-1A49-45AB-9E99-DE10FBDC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8628E389-B916-4476-975A-990F36F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22490A8F-A967-492F-A3EB-91895ED2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11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042CF1BD-FAF3-4B28-BF3E-5B7F5463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E2755CCB-F2B5-4C00-807E-5A3A7575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9DEA49-DBE5-4351-985A-CD8C6BB3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5D94BE5-F931-4107-AF49-D1BEB33F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6A343E-35B3-48FB-BD68-78F8ABD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8958500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11D292-EEC3-461D-BBA2-E46AFB38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F8367CBF-7A28-4D74-8281-AACF8475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90DDEF93-2851-4B96-B66E-D9A8C925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Servidor local inicia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F2981018-3ED2-4E44-A2BB-B0242A52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CDD40FC0-BE8A-4492-919B-8307BFEC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14AB3A5-19A0-4A5C-84F2-17D8A19B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Cinco tools permitidas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8FBC306C-A519-47F8-957C-DB3AA8E0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4D1BD30F-8CB1-4DD8-AAD0-ABDD67A4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E2B91D38-7AD1-4415-A0E1-D75F2B2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SQL e codegen rejeitados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C2E2A8FA-610A-4202-A5C2-E752BF1E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3904675-A9C0-4D50-834B-E4FC425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1C564C9E-2BBC-4A59-985A-BC19A6F0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55363F-018D-4804-8AAB-806A5070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566065504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C950A628-62BD-46A3-8D27-69D87F8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6847E7B4-057B-4D4E-8DB6-2DA9C167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MCP somente leitura validado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4747F771-980C-4594-925C-BA85080D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11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889C6223-B0E6-483C-9120-2A9552D1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955C4519-4756-48DA-9C05-8CB0A441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B28A25A4-E5F5-40FD-9C76-EB2158B1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9C4C93-9271-40FE-AC59-36310F40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40AB899-0624-47B0-B62C-3A1FF65B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07DD94-9BF1-409E-8A3F-8752739D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12957935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2BB3E0-77FD-4AD2-BA4B-76EFF243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4908B4F5-9241-4150-BB95-41732AF0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E2525714-4F6C-4EE7-9EED-3FD5108F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mínimo privilégio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C9434E7A-E2B2-419C-B8D1-B10702C3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1B279942-AFE8-4C0E-9B83-870B2685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3638FCE1-E803-4893-BAFA-DCE85324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menos tentativa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C795AC5D-37C0-431F-A1B6-57800265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3DF031FC-097F-4E9C-84F3-9E9CA599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F5C4DF74-4658-46B9-A65C-62D8BA86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contexto verificável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4BCD720-F781-4BEC-919E-49F78DC9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530A0FA-9F2A-4174-95A8-93B28276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CCFBC57-3ADD-4E6A-9071-17286BFF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B73DB1-98D5-4566-8297-F87CA1C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241671365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se-number">
            <a:extLst xmlns:a="http://schemas.openxmlformats.org/drawingml/2006/main">
              <a:ext uri="{FF2B5EF4-FFF2-40B4-BE49-F238E27FC236}">
                <a16:creationId xmlns:a16="http://schemas.microsoft.com/office/drawing/2014/main" id="{9E0C591B-8D3F-4C5E-81A8-30388F8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interface governada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AEDFC73D-A8C9-4438-90F4-79278D40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padrão reportado pela impact.com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56D098AD-7A90-4EE2-B5C6-BEEDBCF1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BFAF98FC-A6E6-456F-89C2-F7F6034A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Case publicado pela empresa/dbt Labs; o laboratório testa apenas a fronteira local.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9B8C349D-1171-4491-AC10-3D7DCDBC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05542B-36F6-4104-BEFC-B29F18C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BF31869-CB6E-4BF0-B354-9E0ED199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03176F-0E15-4233-B8EF-65BC5EBA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6149621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CD378F-CD9A-48D2-9761-5ED49994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133E2B77-D2DA-4E99-9436-8A38EA1D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MCP não corrige metadata ruim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Cliente ainda pode raciocinar errado</a:t>
            </a:r>
          </a:p>
          <a:p xmlns:a="http://schemas.openxmlformats.org/drawingml/2006/main">
            <a:pPr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Acesso ao banco permanece separado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C3F265E-1998-45F7-AA1B-5D46223D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FF4155A-999D-4569-B65F-7F189BF9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DB55590-628F-40D8-97DA-2497DDEA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7D5665-EBEB-498D-A558-F0453A57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1821035915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adar-label">
            <a:extLst xmlns:a="http://schemas.openxmlformats.org/drawingml/2006/main">
              <a:ext uri="{FF2B5EF4-FFF2-40B4-BE49-F238E27FC236}">
                <a16:creationId xmlns:a16="http://schemas.microsoft.com/office/drawing/2014/main" id="{88303ED3-8173-492E-AA5E-194F0F9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6745250D-2799-4594-8030-D27BBB68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Tools gerenciadas e SQL entram somente na temporada de plataforma.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2E950566-1580-4454-AEF5-BB3C5A52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3B69562-90D9-42FB-BF5E-154A9160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16FDD075-976C-4EB0-8D3C-496389DA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A8900577-D4E1-4803-8CF7-AD45DD20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11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861259F-5FAA-46D8-8885-FE05856D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C6EEF9A-C79B-4BB7-A7C8-C7D130E5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AF9975-E6DB-4547-8E1A-F141A3EB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3658354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ta-label">
            <a:extLst xmlns:a="http://schemas.openxmlformats.org/drawingml/2006/main">
              <a:ext uri="{FF2B5EF4-FFF2-40B4-BE49-F238E27FC236}">
                <a16:creationId xmlns:a16="http://schemas.microsoft.com/office/drawing/2014/main" id="{05012C23-23F3-4972-9E3E-76368296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40D5AE62-5E77-483A-9508-B8723C8E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Liste as ferramentas permitidas e prove que uma proibida é rejeitada.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25BC8B45-4E69-4F74-ABA8-7C484988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11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E62C158-7831-49FB-B762-BE034B8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11  •  OPEN / CORE 1.12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1D42232-97E0-446A-8846-5785ABB6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D018A14-1248-46CF-9223-49ACF3D0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BC653B-8394-459D-B416-8EE3EA5A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2144304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2026-09-02T00:42:47.9090000Z</dcterms:created>
  <dcterms:modified xsi:type="dcterms:W3CDTF">2026-09-02T00:42:47.9090000Z</dcterms:modified>
</coreProperties>
</file>