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8f57edf1564021" /><Relationship Type="http://schemas.openxmlformats.org/officeDocument/2006/relationships/extended-properties" Target="/docProps/app.xml" Id="R1eca19c4562741b0" /><Relationship Type="http://schemas.openxmlformats.org/officeDocument/2006/relationships/officeDocument" Target="/ppt/presentation.xml" Id="Rf91037bbed6b40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30f559edc14b40"/>
    <p:sldMasterId xmlns:r="http://schemas.openxmlformats.org/officeDocument/2006/relationships" id="2147483650" r:id="R06e6ccff9cc449f7"/>
  </p:sldMasterIdLst>
  <p:notesMasterIdLst>
    <p:notesMasterId xmlns:r="http://schemas.openxmlformats.org/officeDocument/2006/relationships" r:id="Raf2c3d09a4814075"/>
  </p:notesMasterIdLst>
  <p:sldIdLst>
    <p:sldId xmlns:r="http://schemas.openxmlformats.org/officeDocument/2006/relationships" id="256" r:id="Rbaae7a27d0a84ca3"/>
    <p:sldId xmlns:r="http://schemas.openxmlformats.org/officeDocument/2006/relationships" id="257" r:id="R0f6cbc87471e4ca9"/>
    <p:sldId xmlns:r="http://schemas.openxmlformats.org/officeDocument/2006/relationships" id="258" r:id="Rcc3fe52b11a6499a"/>
    <p:sldId xmlns:r="http://schemas.openxmlformats.org/officeDocument/2006/relationships" id="259" r:id="Rb45935e9cf414bc8"/>
    <p:sldId xmlns:r="http://schemas.openxmlformats.org/officeDocument/2006/relationships" id="260" r:id="Rb20d7838ae204e81"/>
    <p:sldId xmlns:r="http://schemas.openxmlformats.org/officeDocument/2006/relationships" id="261" r:id="R886324657ca541c5"/>
    <p:sldId xmlns:r="http://schemas.openxmlformats.org/officeDocument/2006/relationships" id="262" r:id="Rf801a56b45dd4e50"/>
    <p:sldId xmlns:r="http://schemas.openxmlformats.org/officeDocument/2006/relationships" id="263" r:id="Rc47d59b3b88b405d"/>
    <p:sldId xmlns:r="http://schemas.openxmlformats.org/officeDocument/2006/relationships" id="264" r:id="R30240d2e2f924dd5"/>
    <p:sldId xmlns:r="http://schemas.openxmlformats.org/officeDocument/2006/relationships" id="265" r:id="Rd8161075d0074499"/>
    <p:sldId xmlns:r="http://schemas.openxmlformats.org/officeDocument/2006/relationships" id="266" r:id="Rf4caf2e08efb4edb"/>
    <p:sldId xmlns:r="http://schemas.openxmlformats.org/officeDocument/2006/relationships" id="267" r:id="R7e845537224f4393"/>
    <p:sldId xmlns:r="http://schemas.openxmlformats.org/officeDocument/2006/relationships" id="268" r:id="R59566901350a4e1a"/>
    <p:sldId xmlns:r="http://schemas.openxmlformats.org/officeDocument/2006/relationships" id="269" r:id="R91596e54ea2943ee"/>
    <p:sldId xmlns:r="http://schemas.openxmlformats.org/officeDocument/2006/relationships" id="270" r:id="R4acc6ae8e93f4786"/>
    <p:sldId xmlns:r="http://schemas.openxmlformats.org/officeDocument/2006/relationships" id="271" r:id="R0ee335df6fed4a26"/>
    <p:sldId xmlns:r="http://schemas.openxmlformats.org/officeDocument/2006/relationships" id="272" r:id="R80f1baf348c5451a"/>
    <p:sldId xmlns:r="http://schemas.openxmlformats.org/officeDocument/2006/relationships" id="273" r:id="R041f318b10384f1b"/>
    <p:sldId xmlns:r="http://schemas.openxmlformats.org/officeDocument/2006/relationships" id="274" r:id="Ref38ff74b3234f99"/>
    <p:sldId xmlns:r="http://schemas.openxmlformats.org/officeDocument/2006/relationships" id="275" r:id="R680d925bbfec43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978b30bf06452b" /><Relationship Type="http://schemas.openxmlformats.org/officeDocument/2006/relationships/slideMaster" Target="/ppt/slideMasters/slideMaster1.xml" Id="Rca30f559edc14b40" /><Relationship Type="http://schemas.openxmlformats.org/officeDocument/2006/relationships/slideMaster" Target="/ppt/slideMasters/slideMaster2.xml" Id="R06e6ccff9cc449f7" /><Relationship Type="http://schemas.openxmlformats.org/officeDocument/2006/relationships/notesMaster" Target="/ppt/notesMasters/notesMaster1.xml" Id="Raf2c3d09a4814075" /><Relationship Type="http://schemas.openxmlformats.org/officeDocument/2006/relationships/presProps" Target="/ppt/presProps.xml" Id="Rd6165780f5114da2" /><Relationship Type="http://schemas.openxmlformats.org/officeDocument/2006/relationships/tableStyles" Target="/ppt/tableStyles.xml" Id="Ra07cd457e973469d" /><Relationship Type="http://schemas.openxmlformats.org/officeDocument/2006/relationships/slide" Target="/ppt/slides/slide1.xml" Id="Rbaae7a27d0a84ca3" /><Relationship Type="http://schemas.openxmlformats.org/officeDocument/2006/relationships/slide" Target="/ppt/slides/slide2.xml" Id="R0f6cbc87471e4ca9" /><Relationship Type="http://schemas.openxmlformats.org/officeDocument/2006/relationships/slide" Target="/ppt/slides/slide3.xml" Id="Rcc3fe52b11a6499a" /><Relationship Type="http://schemas.openxmlformats.org/officeDocument/2006/relationships/slide" Target="/ppt/slides/slide4.xml" Id="Rb45935e9cf414bc8" /><Relationship Type="http://schemas.openxmlformats.org/officeDocument/2006/relationships/slide" Target="/ppt/slides/slide5.xml" Id="Rb20d7838ae204e81" /><Relationship Type="http://schemas.openxmlformats.org/officeDocument/2006/relationships/slide" Target="/ppt/slides/slide6.xml" Id="R886324657ca541c5" /><Relationship Type="http://schemas.openxmlformats.org/officeDocument/2006/relationships/slide" Target="/ppt/slides/slide7.xml" Id="Rf801a56b45dd4e50" /><Relationship Type="http://schemas.openxmlformats.org/officeDocument/2006/relationships/slide" Target="/ppt/slides/slide8.xml" Id="Rc47d59b3b88b405d" /><Relationship Type="http://schemas.openxmlformats.org/officeDocument/2006/relationships/slide" Target="/ppt/slides/slide9.xml" Id="R30240d2e2f924dd5" /><Relationship Type="http://schemas.openxmlformats.org/officeDocument/2006/relationships/slide" Target="/ppt/slides/slide10.xml" Id="Rd8161075d0074499" /><Relationship Type="http://schemas.openxmlformats.org/officeDocument/2006/relationships/slide" Target="/ppt/slides/slide11.xml" Id="Rf4caf2e08efb4edb" /><Relationship Type="http://schemas.openxmlformats.org/officeDocument/2006/relationships/slide" Target="/ppt/slides/slide12.xml" Id="R7e845537224f4393" /><Relationship Type="http://schemas.openxmlformats.org/officeDocument/2006/relationships/slide" Target="/ppt/slides/slide13.xml" Id="R59566901350a4e1a" /><Relationship Type="http://schemas.openxmlformats.org/officeDocument/2006/relationships/slide" Target="/ppt/slides/slide14.xml" Id="R91596e54ea2943ee" /><Relationship Type="http://schemas.openxmlformats.org/officeDocument/2006/relationships/slide" Target="/ppt/slides/slide15.xml" Id="R4acc6ae8e93f4786" /><Relationship Type="http://schemas.openxmlformats.org/officeDocument/2006/relationships/slide" Target="/ppt/slides/slide16.xml" Id="R0ee335df6fed4a26" /><Relationship Type="http://schemas.openxmlformats.org/officeDocument/2006/relationships/slide" Target="/ppt/slides/slide17.xml" Id="R80f1baf348c5451a" /><Relationship Type="http://schemas.openxmlformats.org/officeDocument/2006/relationships/slide" Target="/ppt/slides/slide18.xml" Id="R041f318b10384f1b" /><Relationship Type="http://schemas.openxmlformats.org/officeDocument/2006/relationships/slide" Target="/ppt/slides/slide19.xml" Id="Ref38ff74b3234f99" /><Relationship Type="http://schemas.openxmlformats.org/officeDocument/2006/relationships/slide" Target="/ppt/slides/slide20.xml" Id="R680d925bbfec43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fb7fdb2134a4c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d6ccdf05184282" /><Relationship Type="http://schemas.openxmlformats.org/officeDocument/2006/relationships/notesMaster" Target="/ppt/notesMasters/notesMaster1.xml" Id="Rd0373e1476b64d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49816e096943cf" /><Relationship Type="http://schemas.openxmlformats.org/officeDocument/2006/relationships/notesMaster" Target="/ppt/notesMasters/notesMaster1.xml" Id="Rebf3f0dea35f47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e42b38e66d4dcc" /><Relationship Type="http://schemas.openxmlformats.org/officeDocument/2006/relationships/notesMaster" Target="/ppt/notesMasters/notesMaster1.xml" Id="R669d7fcd4d1643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f83abd2d90450a" /><Relationship Type="http://schemas.openxmlformats.org/officeDocument/2006/relationships/notesMaster" Target="/ppt/notesMasters/notesMaster1.xml" Id="R54ac454b266048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7e053029fc47d5" /><Relationship Type="http://schemas.openxmlformats.org/officeDocument/2006/relationships/notesMaster" Target="/ppt/notesMasters/notesMaster1.xml" Id="Radea401631bb48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b6cf195bcd4695" /><Relationship Type="http://schemas.openxmlformats.org/officeDocument/2006/relationships/notesMaster" Target="/ppt/notesMasters/notesMaster1.xml" Id="Rb53d377ca38241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faaa4e09324044" /><Relationship Type="http://schemas.openxmlformats.org/officeDocument/2006/relationships/notesMaster" Target="/ppt/notesMasters/notesMaster1.xml" Id="R3fd07c88976e41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e3acbfa5a243c0" /><Relationship Type="http://schemas.openxmlformats.org/officeDocument/2006/relationships/notesMaster" Target="/ppt/notesMasters/notesMaster1.xml" Id="R1feafcaecbed4d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5c51252701487e" /><Relationship Type="http://schemas.openxmlformats.org/officeDocument/2006/relationships/notesMaster" Target="/ppt/notesMasters/notesMaster1.xml" Id="R48ca527da4174e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0c35e79a3f434f" /><Relationship Type="http://schemas.openxmlformats.org/officeDocument/2006/relationships/notesMaster" Target="/ppt/notesMasters/notesMaster1.xml" Id="Rcc28c99e7f2e49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f332f8364a4c42" /><Relationship Type="http://schemas.openxmlformats.org/officeDocument/2006/relationships/notesMaster" Target="/ppt/notesMasters/notesMaster1.xml" Id="R89fd9362624746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ea0e804e24470e" /><Relationship Type="http://schemas.openxmlformats.org/officeDocument/2006/relationships/notesMaster" Target="/ppt/notesMasters/notesMaster1.xml" Id="Rceae1505538246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6e89f7482b2495b" /><Relationship Type="http://schemas.openxmlformats.org/officeDocument/2006/relationships/notesMaster" Target="/ppt/notesMasters/notesMaster1.xml" Id="R86ca4d167ca547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4db0b533704cc1" /><Relationship Type="http://schemas.openxmlformats.org/officeDocument/2006/relationships/notesMaster" Target="/ppt/notesMasters/notesMaster1.xml" Id="R241cdc85b74640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f72dbeb72df4f58" /><Relationship Type="http://schemas.openxmlformats.org/officeDocument/2006/relationships/notesMaster" Target="/ppt/notesMasters/notesMaster1.xml" Id="R1341d09232bd41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343014bec0a40d3" /><Relationship Type="http://schemas.openxmlformats.org/officeDocument/2006/relationships/notesMaster" Target="/ppt/notesMasters/notesMaster1.xml" Id="R719aa47230c64e6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3fc735a60a4f98" /><Relationship Type="http://schemas.openxmlformats.org/officeDocument/2006/relationships/notesMaster" Target="/ppt/notesMasters/notesMaster1.xml" Id="R80d2ca25d68045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58b0ccb7c34e0a" /><Relationship Type="http://schemas.openxmlformats.org/officeDocument/2006/relationships/notesMaster" Target="/ppt/notesMasters/notesMaster1.xml" Id="R973507c264ac4d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4a614ff11b84ab1" /><Relationship Type="http://schemas.openxmlformats.org/officeDocument/2006/relationships/notesMaster" Target="/ppt/notesMasters/notesMaster1.xml" Id="R0b9657e2dc324d7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d34f263eb334894" /><Relationship Type="http://schemas.openxmlformats.org/officeDocument/2006/relationships/notesMaster" Target="/ppt/notesMasters/notesMaster1.xml" Id="R066cb35984d34a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11 do dbt Moderno na Prática. Hoje vamos trabalhar o tema “dbt MCP: contexto governado para o agente”. Manifest, documentação e linhagem com mínimo privilégio.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“MCP não torna o agente confiável; torna a fronteira de contexto explícita.”.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MCP não torna o agente confiável; torna a fronteira de contexto explícita.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conectar um cliente neutro, Aplicar allowlist e Rejeitar SQL e codegen.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“MCP separa cliente e contexto”.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protocolo descreve ferramentas; o servidor decide o que expor. Para tornar isso concreto, observe cliente neutro, Servidor dbt e Artifacts locais.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oficial mostra múltiplos consumidores”.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servidor conecta ativos dbt a diferentes fluxos de agente. Para tornar isso concreto, observe discovery, Semantic context e Execução controlada.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oficial mostra múltiplos consumidores”.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servidor conecta ativos dbt a diferentes fluxos de agente. Siga a composição na ordem mostrada e conecte os elementos principais. A imagem ou o fluxo não cria uma regra nova; ele torna visível a relação que acabamos de explicar. A figura é identificada como figura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“Modelo de ameaça vem antes da conexão”.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Leitura de metadata não deve abrir escrita ou SQL arbitrário. Para tornar isso concreto, observe dados sensíveis, Ferramentas mutantes, Prompt injection e Credenciais.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“Modelo de ameaça vem antes da conexão”.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Leitura de metadata não deve abrir escrita ou SQL arbitrário.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“Allowlist é uma política executável”.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Manifest, docs e linhagem entram; SQL e codegen ficam fora. Para tornar isso concreto, observe 5 tools de leitura, Sem credencial cloud e Negação testada.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“Allowlist é uma política executável”.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Manifest, docs e linhagem entram; SQL e codegen ficam fora. Siga a composição na ordem mostrada e conecte permitido, Bloqueado, 5 tools de leitura, Sem credencial cloud e Negação testada.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“Contexto melhora antes da resposta”.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agente encontra owner, dependência e métrica sem inferir o schema bruto. Para tornar isso concreto, observe manifest, Documentação, Linhagem e Métricas.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“Contexto melhora antes da resposta”.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agente encontra owner, dependência e métrica sem inferir o schema bruto. Siga a composição na ordem mostrada e conecte pergunta, Contexto, Plano e Resposta.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11.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servidor local inicia, Cinco tools permitidas e SQL e codegen rejeitados.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MCP somente leitura validado. Esse resultado confirma que a etapa executada produziu a evidência esperada para o checkpoint 11.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mínimo privilégio, FinOps: menos tentativa e IA: contexto verificável.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“interface governada”.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interface governada: padrão reportado pela impact.com. O número ajuda a dimensionar o exemplo, mas precisa ser lido com a ressalva correta. Case publicado pela empresa/dbt Labs; o laboratório testa apenas a fronteira local.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MCP não corrige metadata ruim, Cliente ainda pode raciocinar errado e Acesso ao banco permanece separado.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Tools gerenciadas e SQL entram somente na temporada de plataforma.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Liste as ferramentas permitidas e prove que uma proibida é rejeitada.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ba5ed85134f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ce079a69b1c4d3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50dc3a4220c44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38fab220f64db6" /><Relationship Type="http://schemas.openxmlformats.org/officeDocument/2006/relationships/slideLayout" Target="/ppt/slideLayouts/slideLayout1.xml" Id="R2e820120540b408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7e5f27bae3414c52" /><Relationship Type="http://schemas.openxmlformats.org/officeDocument/2006/relationships/slideLayout" Target="/ppt/slideLayouts/slideLayout2.xml" Id="R602e6f193f3a4a4b" /><Relationship Type="http://schemas.openxmlformats.org/officeDocument/2006/relationships/slideLayout" Target="/ppt/slideLayouts/slideLayout3.xml" Id="Rfa6996b8832b41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820120540b40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02e6f193f3a4a4b"/>
    <p:sldLayoutId xmlns:r="http://schemas.openxmlformats.org/officeDocument/2006/relationships" id="2147483652" r:id="Rfa6996b8832b41df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aab108db754eca" /><Relationship Type="http://schemas.openxmlformats.org/officeDocument/2006/relationships/image" Target="/ppt/media/image.jpeg" Id="Rb834956e659f4dc4" /><Relationship Type="http://schemas.openxmlformats.org/officeDocument/2006/relationships/notesSlide" Target="/ppt/notesSlides/notesSlide1.xml" Id="R244e7efd656743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48cefecdf7c4d0c" /><Relationship Type="http://schemas.openxmlformats.org/officeDocument/2006/relationships/image" Target="/ppt/media/image.png" Id="Rfda5ddb0ef584e81" /><Relationship Type="http://schemas.openxmlformats.org/officeDocument/2006/relationships/notesSlide" Target="/ppt/notesSlides/notesSlide2.xml" Id="Ra650d49754fb4d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8f76e91164473e" /><Relationship Type="http://schemas.openxmlformats.org/officeDocument/2006/relationships/notesSlide" Target="/ppt/notesSlides/notesSlide3.xml" Id="Rd758e508b19145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5b4d71c3b840b2" /><Relationship Type="http://schemas.openxmlformats.org/officeDocument/2006/relationships/notesSlide" Target="/ppt/notesSlides/notesSlide4.xml" Id="R4d762835c7b241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e8eaa12b1c4501" /><Relationship Type="http://schemas.openxmlformats.org/officeDocument/2006/relationships/notesSlide" Target="/ppt/notesSlides/notesSlide5.xml" Id="Rba8ae4f061de4a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2701c638d945cc" /><Relationship Type="http://schemas.openxmlformats.org/officeDocument/2006/relationships/image" Target="/ppt/media/image2.png" Id="R33f25d3bdf0d4c79" /><Relationship Type="http://schemas.openxmlformats.org/officeDocument/2006/relationships/notesSlide" Target="/ppt/notesSlides/notesSlide6.xml" Id="Rc2667b5cbf6a49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f7754426df4b93" /><Relationship Type="http://schemas.openxmlformats.org/officeDocument/2006/relationships/notesSlide" Target="/ppt/notesSlides/notesSlide7.xml" Id="R0968c5ccb2514e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e46cb62cf14537" /><Relationship Type="http://schemas.openxmlformats.org/officeDocument/2006/relationships/notesSlide" Target="/ppt/notesSlides/notesSlide8.xml" Id="R1c246687669845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66c764d814403b" /><Relationship Type="http://schemas.openxmlformats.org/officeDocument/2006/relationships/notesSlide" Target="/ppt/notesSlides/notesSlide9.xml" Id="R4af843ca4f7c4ac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67dcae19504405" /><Relationship Type="http://schemas.openxmlformats.org/officeDocument/2006/relationships/notesSlide" Target="/ppt/notesSlides/notesSlide10.xml" Id="Reefd8d907d8140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d0b173980f4237" /><Relationship Type="http://schemas.openxmlformats.org/officeDocument/2006/relationships/notesSlide" Target="/ppt/notesSlides/notesSlide11.xml" Id="Rbfcc94a3b1a2456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b83d093bb74655" /><Relationship Type="http://schemas.openxmlformats.org/officeDocument/2006/relationships/notesSlide" Target="/ppt/notesSlides/notesSlide12.xml" Id="R8c0b9a60e64c430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c45cff719a4b3a" /><Relationship Type="http://schemas.openxmlformats.org/officeDocument/2006/relationships/notesSlide" Target="/ppt/notesSlides/notesSlide13.xml" Id="Rc9bdf2b9ae4a49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0327d071284489" /><Relationship Type="http://schemas.openxmlformats.org/officeDocument/2006/relationships/notesSlide" Target="/ppt/notesSlides/notesSlide14.xml" Id="R4d46546f300f4b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5f7ca75f4b4457" /><Relationship Type="http://schemas.openxmlformats.org/officeDocument/2006/relationships/notesSlide" Target="/ppt/notesSlides/notesSlide15.xml" Id="R4ba84a508de4435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d6dd313f1d4809" /><Relationship Type="http://schemas.openxmlformats.org/officeDocument/2006/relationships/notesSlide" Target="/ppt/notesSlides/notesSlide16.xml" Id="Rde3ec1c5619f4f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5aa8ec792b43ba" /><Relationship Type="http://schemas.openxmlformats.org/officeDocument/2006/relationships/notesSlide" Target="/ppt/notesSlides/notesSlide17.xml" Id="Rc40f92643b6848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2d91e585b34007" /><Relationship Type="http://schemas.openxmlformats.org/officeDocument/2006/relationships/notesSlide" Target="/ppt/notesSlides/notesSlide18.xml" Id="R84ea173968b746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db7d55b075499f" /><Relationship Type="http://schemas.openxmlformats.org/officeDocument/2006/relationships/notesSlide" Target="/ppt/notesSlides/notesSlide19.xml" Id="Rdea1222b63554d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96c3fa90594e38" /><Relationship Type="http://schemas.openxmlformats.org/officeDocument/2006/relationships/notesSlide" Target="/ppt/notesSlides/notesSlide20.xml" Id="Rc3794c5f1ec64702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11 — dbt MCP: contexto governado para o ag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4956e659f4dc4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2D8496C2-8194-44D4-A07C-98A9F058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FEC4AA3F-4833-4780-A7AD-59189044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5BB0B864-ED6D-42BF-A68D-1EEDC496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11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B45E042-8411-4268-AE8B-CD4E4445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dbt MCP: contexto governado para o agente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76EBF6E-EE63-489E-94EF-C3D1410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Manifest, documentação e linhagem com mínimo privilégio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1277054-A585-4305-AEBF-1393ABCD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71588B14-D603-4874-B9E1-F7BCE395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356156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2B13042-35BE-404C-9DFE-95248E7C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MCP não torna o agente confiável; torna a fronteira de contexto explícita.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23877674-CA6D-41E7-BCE1-47EAD230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5CD119B9-DABF-4A52-98EE-399F9E5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B6EB6137-8AC9-4844-94C8-A8DD637B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MCP não torna o agente confiável; torna a fronteira de contexto explícita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5ddb0ef584e81"/>
          <a:stretch xmlns:a="http://schemas.openxmlformats.org/drawingml/2006/main"/>
        </p:blipFill>
        <p:spPr>
          <a:xfrm xmlns:a="http://schemas.openxmlformats.org/drawingml/2006/main">
            <a:off x="2998733" y="3790950"/>
            <a:ext cx="6194534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D1DF55A-5728-44FB-9E19-8E124B71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24F414D-5100-46AD-9336-249CE28D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A640D06-D292-4310-AB14-9A3EF711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FDC8C5-9D46-4D24-BCE0-45A6DD43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78120021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127141-74FF-4D70-9619-25E4AE61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8A51DDC-D01F-4D25-8D9F-928B06A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C833894-D322-4E39-9C17-24F50A1C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Conectar um cliente neutro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E4463DE-BA76-4E1B-9EDF-395B8669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80E80F0-D599-4271-B209-311FABB7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B504A4D-23F1-4013-B916-BE669D7E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Aplicar allowlist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241B31A-5D8E-47E5-A660-F7A7F08A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C39DB3E5-2B54-43C4-8EA4-2BBC188E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195B41A3-667F-4292-ACA8-21A18F00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Rejeitar SQL e codegen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507FBBC1-15A6-4E00-A10D-7BCE5D8D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A76CFCA-63EA-4408-A1D7-1D20F5CE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215EA71D-5B40-49B7-B90B-C3C35A66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751F96-0A30-4793-AA9D-8556FFBF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99783321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8DA1B4-E6F9-48BF-89E8-2A478BC3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MCP separa cliente e contexto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53C4104-7899-4FB3-A1D7-4D2E8B70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protocolo descreve ferramentas; o servidor decide o que expor.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19F9400-C91D-41EB-8D83-03A7B337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Cliente neutro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Servidor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Artifacts locais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9B8368D-137E-4F3C-8A04-1194EF2E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9F1E2A5-707F-44D8-8643-42FCB200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8DB018C-4BF2-4515-AFF5-8E5BA0D7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0D4792D-7E00-4EA3-8840-27384793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C1105CC-6169-485F-AE34-85B9F876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8E9CB68-7597-44B1-A72F-BF68FB6B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8C13B8-D907-4EAB-9A3E-68FBF8AC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436838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9EE6F9-963B-426B-B57E-196E3AD0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arquitetura oficial mostra múltiplos consumidores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BB30816-0D94-4B58-A136-7C5E19D8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servidor conecta ativos dbt a diferentes fluxos de agente.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6BB410C-BDBF-414F-964A-DB012F56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Discovery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Semantic context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Execução controlada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CB6CCA0-FDEF-43A4-A5E0-31A51B2B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5AB065E-278C-4C27-8189-1257C7C1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CE99446-2973-4108-9352-B2F573EB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CDB1577-E392-40A6-A63A-6C00199B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14149DE-15E6-46B9-8247-1D8434CD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9196975-5124-422A-9EF9-9D036528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C408B4-F263-4F14-A78A-8A263574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22452978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A602EE-196D-4CF7-919D-853E28D2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arquitetura oficial mostra múltiplos consumidores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0AC85F8D-8E33-453F-8611-239C07A7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O servidor conecta ativos dbt a diferentes fluxos de agente.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E602683F-B304-4245-ACE6-03EDDF41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A arquitetura oficial mostra múltiplos consumidores — O servidor conecta ativos dbt a diferentes fluxos de ag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5d3bdf0d4c79"/>
          <a:stretch xmlns:a="http://schemas.openxmlformats.org/drawingml/2006/main"/>
        </p:blipFill>
        <p:spPr>
          <a:xfrm xmlns:a="http://schemas.openxmlformats.org/drawingml/2006/main">
            <a:off x="5429250" y="2508944"/>
            <a:ext cx="5791200" cy="1935362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E0019E11-86B4-443E-BBD5-644BD6886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2023653-453C-4B49-8316-2C0C30A8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427E15C-CCF2-4BE0-ADB5-1F496F5D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84D2C2F-55BC-4130-8B6A-B4DA75DC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7E4995-D785-4C8D-AF08-744D87C6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75903112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ED3B64-7D11-44E1-9065-58A341FF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Modelo de ameaça vem antes da conexão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F2E23B5-0322-4925-BAB1-4E7AC11A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Leitura de metadata não deve abrir escrita ou SQL arbitrário.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554D2C4-CF15-42D3-AE55-BC84E053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Dados sensíveis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Ferramentas mutantes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Prompt injection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Credenciais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65D0AC2-AA01-4A6E-AD05-C13BAA2C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9AF14FF-9CF0-4BD3-8818-96E87CCB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9CBFA3D-3A4A-4B51-AAED-CDD09A65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2CEF1F3-9EAD-4999-A9E9-5F627B27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0F2269E-CE1D-4F95-965E-08DEEBE8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34FB013-2C50-4742-A1DF-644F143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D1ECE8-B856-4512-ABB0-D4097D56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14835064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8AE080-102A-461E-BF33-3713B0EB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Modelo de ameaça vem antes da conexão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5252358A-2267-439C-9615-D74666BE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Cliente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1F448E27-5A67-49C6-B6FE-B31B01A1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Allowlist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45A55883-081B-4E84-ABBB-ED7BCED4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Servidor</a:t>
            </a:r>
          </a:p>
        </p:txBody>
      </p:sp>
      <p:sp>
        <p:nvSpPr>
          <p:cNvPr id="5" name="layer-4">
            <a:extLst xmlns:a="http://schemas.openxmlformats.org/drawingml/2006/main">
              <a:ext uri="{FF2B5EF4-FFF2-40B4-BE49-F238E27FC236}">
                <a16:creationId xmlns:a16="http://schemas.microsoft.com/office/drawing/2014/main" id="{A63FD9B9-6236-476B-A1A6-911A3370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2867025"/>
            <a:ext cx="5572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Dados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7A555ECC-5699-427C-9C65-E6B05F27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9C77881-5481-4300-A10F-A6E2C6B5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9DBCC662-6F85-434C-9368-D74CBC68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6301BF-8AD5-4AC0-89AB-5AB4DDCE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9120265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A96850-8974-448B-BA19-E5F4109A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Allowlist é uma política executável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509BAC0-0B49-4168-897C-6509B858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Manifest, docs e linhagem entram; SQL e codegen ficam fora.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398599CE-F963-4F59-92F2-84B79CFE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5 tools de leitura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credencial cloud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Negação testada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5F9FF16-D184-4751-87F7-79CAE41F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EDB9D4B-790F-4E2B-A315-CF29E42E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30BE136-221F-47AF-A819-1558C66C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C682ADF-EDCE-49F5-9F23-0CC57A0E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A0A1801-70D8-4F46-94C6-2F3485DC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CCBBB80-6E5A-4017-A91A-F846D64E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CA6A13-BD1B-4668-A865-05F96788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662751123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78AD82-70AE-4093-94EE-C450EEF6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Allowlist é uma política executável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E5222711-4074-41DB-B4E1-C4BB4D0E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Permitido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D57B7C81-AAD5-40C4-8E76-F9E7899E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Bloqueado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ECC5CB5B-62EE-4B28-AA8C-29CE0FB3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8FD9FE5E-5895-44F3-9AE8-0E3F2137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5 tools de leitura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Sem credencial cloud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C91ECB48-B35A-4A44-AC2F-07DB889A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Negação testada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5E51199-D9E8-4B89-AAD8-08BBEE88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0BC29BB-256F-43CF-831A-DCF8949A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6D18D7B-B5B6-4727-804A-09B27083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2B57F3-D98C-4E9F-96D9-75870D4F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2085957594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8BEA57-BA3A-40A6-BA34-E3A14022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Contexto melhora antes da resposta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61C6702-AF0C-470E-B4C5-BAB49FEB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agente encontra owner, dependência e métrica sem inferir o schema bruto.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064BEB1-713E-4599-8F76-EE72DD17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Manifest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Documentação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Linhagem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Métricas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246E94A-7765-4C0F-9D76-07B0D465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CF11D5A-CA51-4645-A27E-BB900612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A8533BA-7F43-467F-93E1-6EFB6D28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8561B29-C74D-47E6-8D00-C4CD88B1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0DB7352-986F-4911-A734-3D89DD06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68F1F63-F030-420B-A8FA-B8CBC240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C496B4-997D-48A8-9EC4-097536A0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6154808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84F385-956F-4B3B-8B62-B026BF88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Contexto melhora antes da resposta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1649F484-7C27-4038-B12C-4241ED18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A398B53D-3C51-4AA0-952D-BC65C4F3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Contexto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3B5408A9-C725-4BB3-9473-9646C4AE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Plano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2D8C5981-04E8-4735-AB32-B169F73B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Resposta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AAAC788F-3F5C-48D3-AD4E-8134ECE0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9EE11C5-8E98-4F47-B70A-16E6C383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1F1E0157-FA02-43A7-98E5-1EE9746A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ACBCE8-A6A7-4FF4-B239-904866CE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619394807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63F14B-1A49-45AB-9E99-DE10FBDC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8628E389-B916-4476-975A-990F36F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22490A8F-A967-492F-A3EB-91895ED2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042CF1BD-FAF3-4B28-BF3E-5B7F5463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2755CCB-F2B5-4C00-807E-5A3A7575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19DEA49-DBE5-4351-985A-CD8C6BB3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5D94BE5-F931-4107-AF49-D1BEB33F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6A343E-35B3-48FB-BD68-78F8ABD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8958500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11D292-EEC3-461D-BBA2-E46AFB38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8367CBF-7A28-4D74-8281-AACF8475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90DDEF93-2851-4B96-B66E-D9A8C925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Servidor local inicia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2981018-3ED2-4E44-A2BB-B0242A52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CDD40FC0-BE8A-4492-919B-8307BFEC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14AB3A5-19A0-4A5C-84F2-17D8A19B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Cinco tools permitidas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8FBC306C-A519-47F8-957C-DB3AA8E0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D1BD30F-8CB1-4DD8-AAD0-ABDD67A4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2B91D38-7AD1-4415-A0E1-D75F2B2E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SQL e codegen rejeitados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2E2A8FA-610A-4202-A5C2-E752BF1E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3904675-A9C0-4D50-834B-E4FC42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C564C9E-2BBC-4A59-985A-BC19A6F0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55363F-018D-4804-8AAB-806A5070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566065504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C950A628-62BD-46A3-8D27-69D87F8C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6847E7B4-057B-4D4E-8DB6-2DA9C167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MCP somente leitura validado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4747F771-980C-4594-925C-BA85080D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89C6223-B0E6-483C-9120-2A9552D1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55C4519-4756-48DA-9C05-8CB0A441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28A25A4-E5F5-40FD-9C76-EB2158B1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09C4C93-9271-40FE-AC59-36310F40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40AB899-0624-47B0-B62C-3A1FF65B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07DD94-9BF1-409E-8A3F-8752739D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129579358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2BB3E0-77FD-4AD2-BA4B-76EFF243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908B4F5-9241-4150-BB95-41732AF0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2525714-4F6C-4EE7-9EED-3FD5108F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mínimo privilégio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9434E7A-E2B2-419C-B8D1-B10702C3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B279942-AFE8-4C0E-9B83-870B2685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3638FCE1-E803-4893-BAFA-DCE85324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tentativa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C795AC5D-37C0-431F-A1B6-57800265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DF031FC-097F-4E9C-84F3-9E9CA599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F5C4DF74-4658-46B9-A65C-62D8BA86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verificável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4BCD720-F781-4BEC-919E-49F78DC9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530A0FA-9F2A-4174-95A8-93B28276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CCFBC57-3ADD-4E6A-9071-17286BFF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B73DB1-98D5-4566-8297-F87CA1C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24167136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9E0C591B-8D3F-4C5E-81A8-30388F84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interface governada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AEDFC73D-A8C9-4438-90F4-79278D40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padrão reportado pela impact.com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56D098AD-7A90-4EE2-B5C6-BEEDBCF1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BFAF98FC-A6E6-456F-89C2-F7F6034A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Case publicado pela empresa/dbt Labs; o laboratório testa apenas a fronteira local.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9B8C349D-1171-4491-AC10-3D7DCDBC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205542B-36F6-4104-BEFC-B29F18C2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BF31869-CB6E-4BF0-B354-9E0ED199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03176F-0E15-4233-B8EF-65BC5EBA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6149621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CD378F-CD9A-48D2-9761-5ED49994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133E2B77-D2DA-4E99-9436-8A38EA1D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MCP não corrige metadata ruim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Cliente ainda pode raciocinar errado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Acesso ao banco permanece separado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C3F265E-1998-45F7-AA1B-5D46223D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FF4155A-999D-4569-B65F-7F189BF9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DB55590-628F-40D8-97DA-2497DDEA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7D5665-EBEB-498D-A558-F0453A57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1821035915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88303ED3-8173-492E-AA5E-194F0F9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6745250D-2799-4594-8030-D27BBB68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Tools gerenciadas e SQL entram somente na temporada de plataforma.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2E950566-1580-4454-AEF5-BB3C5A52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3B69562-90D9-42FB-BF5E-154A9160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6FDD075-976C-4EB0-8D3C-496389DA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8900577-D4E1-4803-8CF7-AD45DD20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861259F-5FAA-46D8-8885-FE05856D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C6EEF9A-C79B-4BB7-A7C8-C7D130E5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AF9975-E6DB-4547-8E1A-F141A3EB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3658354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05012C23-23F3-4972-9E3E-76368296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40D5AE62-5E77-483A-9508-B8723C8E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Liste as ferramentas permitidas e prove que uma proibida é rejeitada.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25BC8B45-4E69-4F74-ABA8-7C484988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E62C158-7831-49FB-B762-BE034B8F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1D42232-97E0-446A-8846-5785ABB6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D018A14-1248-46CF-9223-49ACF3D0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BC653B-8394-459D-B416-8EE3EA5A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144304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2026-09-02T01:19:30.3800000Z</dcterms:created>
  <dcterms:modified xsi:type="dcterms:W3CDTF">2026-09-02T01:19:30.3800000Z</dcterms:modified>
</coreProperties>
</file>