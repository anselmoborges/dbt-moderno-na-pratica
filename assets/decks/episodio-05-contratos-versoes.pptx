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3a490c9ea41ea" /><Relationship Type="http://schemas.openxmlformats.org/officeDocument/2006/relationships/extended-properties" Target="/docProps/app.xml" Id="Rf9a9dd6f6423401e" /><Relationship Type="http://schemas.openxmlformats.org/officeDocument/2006/relationships/officeDocument" Target="/ppt/presentation.xml" Id="R194d24f09256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115cebbb245f9"/>
    <p:sldMasterId xmlns:r="http://schemas.openxmlformats.org/officeDocument/2006/relationships" id="2147483650" r:id="Rd692948799f1498b"/>
  </p:sldMasterIdLst>
  <p:notesMasterIdLst>
    <p:notesMasterId xmlns:r="http://schemas.openxmlformats.org/officeDocument/2006/relationships" r:id="Rc503fc2114f84b45"/>
  </p:notesMasterIdLst>
  <p:sldIdLst>
    <p:sldId xmlns:r="http://schemas.openxmlformats.org/officeDocument/2006/relationships" id="256" r:id="Ra4f8d8eae7ca4523"/>
    <p:sldId xmlns:r="http://schemas.openxmlformats.org/officeDocument/2006/relationships" id="257" r:id="Rff4eaceb7bb14816"/>
    <p:sldId xmlns:r="http://schemas.openxmlformats.org/officeDocument/2006/relationships" id="258" r:id="Rbbb95d6927864318"/>
    <p:sldId xmlns:r="http://schemas.openxmlformats.org/officeDocument/2006/relationships" id="259" r:id="Rf436decdcde84549"/>
    <p:sldId xmlns:r="http://schemas.openxmlformats.org/officeDocument/2006/relationships" id="260" r:id="R5d9a8bd6967349ac"/>
    <p:sldId xmlns:r="http://schemas.openxmlformats.org/officeDocument/2006/relationships" id="261" r:id="Rff7139bc1d7a4783"/>
    <p:sldId xmlns:r="http://schemas.openxmlformats.org/officeDocument/2006/relationships" id="262" r:id="R171d3f441b8c4692"/>
    <p:sldId xmlns:r="http://schemas.openxmlformats.org/officeDocument/2006/relationships" id="263" r:id="R41d6f2dee91a4002"/>
    <p:sldId xmlns:r="http://schemas.openxmlformats.org/officeDocument/2006/relationships" id="264" r:id="R188f29a0b29d4cda"/>
    <p:sldId xmlns:r="http://schemas.openxmlformats.org/officeDocument/2006/relationships" id="265" r:id="Rc4333e9c78b243e6"/>
    <p:sldId xmlns:r="http://schemas.openxmlformats.org/officeDocument/2006/relationships" id="266" r:id="Re13867466d864014"/>
    <p:sldId xmlns:r="http://schemas.openxmlformats.org/officeDocument/2006/relationships" id="267" r:id="Rb764cb9b63334214"/>
    <p:sldId xmlns:r="http://schemas.openxmlformats.org/officeDocument/2006/relationships" id="268" r:id="Ra9c403e7e7c5425f"/>
    <p:sldId xmlns:r="http://schemas.openxmlformats.org/officeDocument/2006/relationships" id="269" r:id="R4b1c4b69b10e4cfd"/>
    <p:sldId xmlns:r="http://schemas.openxmlformats.org/officeDocument/2006/relationships" id="270" r:id="R1ed8846728e945a0"/>
    <p:sldId xmlns:r="http://schemas.openxmlformats.org/officeDocument/2006/relationships" id="271" r:id="R5e9a8a05f0b34214"/>
    <p:sldId xmlns:r="http://schemas.openxmlformats.org/officeDocument/2006/relationships" id="272" r:id="Ra49700939d714dab"/>
    <p:sldId xmlns:r="http://schemas.openxmlformats.org/officeDocument/2006/relationships" id="273" r:id="Rc1efb24fb7ce4a77"/>
    <p:sldId xmlns:r="http://schemas.openxmlformats.org/officeDocument/2006/relationships" id="274" r:id="R51f63fe7cccf464f"/>
    <p:sldId xmlns:r="http://schemas.openxmlformats.org/officeDocument/2006/relationships" id="275" r:id="Ra598afe4d747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aef5c0be746f6" /><Relationship Type="http://schemas.openxmlformats.org/officeDocument/2006/relationships/slideMaster" Target="/ppt/slideMasters/slideMaster1.xml" Id="R704115cebbb245f9" /><Relationship Type="http://schemas.openxmlformats.org/officeDocument/2006/relationships/slideMaster" Target="/ppt/slideMasters/slideMaster2.xml" Id="Rd692948799f1498b" /><Relationship Type="http://schemas.openxmlformats.org/officeDocument/2006/relationships/notesMaster" Target="/ppt/notesMasters/notesMaster1.xml" Id="Rc503fc2114f84b45" /><Relationship Type="http://schemas.openxmlformats.org/officeDocument/2006/relationships/presProps" Target="/ppt/presProps.xml" Id="Rb14fa85937464149" /><Relationship Type="http://schemas.openxmlformats.org/officeDocument/2006/relationships/tableStyles" Target="/ppt/tableStyles.xml" Id="Red8445bf594a4675" /><Relationship Type="http://schemas.openxmlformats.org/officeDocument/2006/relationships/slide" Target="/ppt/slides/slide1.xml" Id="Ra4f8d8eae7ca4523" /><Relationship Type="http://schemas.openxmlformats.org/officeDocument/2006/relationships/slide" Target="/ppt/slides/slide2.xml" Id="Rff4eaceb7bb14816" /><Relationship Type="http://schemas.openxmlformats.org/officeDocument/2006/relationships/slide" Target="/ppt/slides/slide3.xml" Id="Rbbb95d6927864318" /><Relationship Type="http://schemas.openxmlformats.org/officeDocument/2006/relationships/slide" Target="/ppt/slides/slide4.xml" Id="Rf436decdcde84549" /><Relationship Type="http://schemas.openxmlformats.org/officeDocument/2006/relationships/slide" Target="/ppt/slides/slide5.xml" Id="R5d9a8bd6967349ac" /><Relationship Type="http://schemas.openxmlformats.org/officeDocument/2006/relationships/slide" Target="/ppt/slides/slide6.xml" Id="Rff7139bc1d7a4783" /><Relationship Type="http://schemas.openxmlformats.org/officeDocument/2006/relationships/slide" Target="/ppt/slides/slide7.xml" Id="R171d3f441b8c4692" /><Relationship Type="http://schemas.openxmlformats.org/officeDocument/2006/relationships/slide" Target="/ppt/slides/slide8.xml" Id="R41d6f2dee91a4002" /><Relationship Type="http://schemas.openxmlformats.org/officeDocument/2006/relationships/slide" Target="/ppt/slides/slide9.xml" Id="R188f29a0b29d4cda" /><Relationship Type="http://schemas.openxmlformats.org/officeDocument/2006/relationships/slide" Target="/ppt/slides/slide10.xml" Id="Rc4333e9c78b243e6" /><Relationship Type="http://schemas.openxmlformats.org/officeDocument/2006/relationships/slide" Target="/ppt/slides/slide11.xml" Id="Re13867466d864014" /><Relationship Type="http://schemas.openxmlformats.org/officeDocument/2006/relationships/slide" Target="/ppt/slides/slide12.xml" Id="Rb764cb9b63334214" /><Relationship Type="http://schemas.openxmlformats.org/officeDocument/2006/relationships/slide" Target="/ppt/slides/slide13.xml" Id="Ra9c403e7e7c5425f" /><Relationship Type="http://schemas.openxmlformats.org/officeDocument/2006/relationships/slide" Target="/ppt/slides/slide14.xml" Id="R4b1c4b69b10e4cfd" /><Relationship Type="http://schemas.openxmlformats.org/officeDocument/2006/relationships/slide" Target="/ppt/slides/slide15.xml" Id="R1ed8846728e945a0" /><Relationship Type="http://schemas.openxmlformats.org/officeDocument/2006/relationships/slide" Target="/ppt/slides/slide16.xml" Id="R5e9a8a05f0b34214" /><Relationship Type="http://schemas.openxmlformats.org/officeDocument/2006/relationships/slide" Target="/ppt/slides/slide17.xml" Id="Ra49700939d714dab" /><Relationship Type="http://schemas.openxmlformats.org/officeDocument/2006/relationships/slide" Target="/ppt/slides/slide18.xml" Id="Rc1efb24fb7ce4a77" /><Relationship Type="http://schemas.openxmlformats.org/officeDocument/2006/relationships/slide" Target="/ppt/slides/slide19.xml" Id="R51f63fe7cccf464f" /><Relationship Type="http://schemas.openxmlformats.org/officeDocument/2006/relationships/slide" Target="/ppt/slides/slide20.xml" Id="Ra598afe4d747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a1c2207fa40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7f846027d4332" /><Relationship Type="http://schemas.openxmlformats.org/officeDocument/2006/relationships/notesMaster" Target="/ppt/notesMasters/notesMaster1.xml" Id="Rcb328e0eef72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6bbe2ab4643d9" /><Relationship Type="http://schemas.openxmlformats.org/officeDocument/2006/relationships/notesMaster" Target="/ppt/notesMasters/notesMaster1.xml" Id="R2f517ea4230e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b76b5c86c42ee" /><Relationship Type="http://schemas.openxmlformats.org/officeDocument/2006/relationships/notesMaster" Target="/ppt/notesMasters/notesMaster1.xml" Id="Rb3bc733cdc6e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dae2872924de2" /><Relationship Type="http://schemas.openxmlformats.org/officeDocument/2006/relationships/notesMaster" Target="/ppt/notesMasters/notesMaster1.xml" Id="R6e0f39e75b2540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da5c28aa0748c0" /><Relationship Type="http://schemas.openxmlformats.org/officeDocument/2006/relationships/notesMaster" Target="/ppt/notesMasters/notesMaster1.xml" Id="R569e109f4d3742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3a89712a5e49ee" /><Relationship Type="http://schemas.openxmlformats.org/officeDocument/2006/relationships/notesMaster" Target="/ppt/notesMasters/notesMaster1.xml" Id="Re5f0bca64f15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5e39fbad484ae0" /><Relationship Type="http://schemas.openxmlformats.org/officeDocument/2006/relationships/notesMaster" Target="/ppt/notesMasters/notesMaster1.xml" Id="R7ab8cb675d6340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b96b4e6bb2482d" /><Relationship Type="http://schemas.openxmlformats.org/officeDocument/2006/relationships/notesMaster" Target="/ppt/notesMasters/notesMaster1.xml" Id="R55b91afae7044f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c2469aedd4be3" /><Relationship Type="http://schemas.openxmlformats.org/officeDocument/2006/relationships/notesMaster" Target="/ppt/notesMasters/notesMaster1.xml" Id="R4cc6139c2c5249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1371d0c994553" /><Relationship Type="http://schemas.openxmlformats.org/officeDocument/2006/relationships/notesMaster" Target="/ppt/notesMasters/notesMaster1.xml" Id="R790dea6ed5ff4e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fa9c88a4f74dbe" /><Relationship Type="http://schemas.openxmlformats.org/officeDocument/2006/relationships/notesMaster" Target="/ppt/notesMasters/notesMaster1.xml" Id="R266d3e7c1fa943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095300d8774b31" /><Relationship Type="http://schemas.openxmlformats.org/officeDocument/2006/relationships/notesMaster" Target="/ppt/notesMasters/notesMaster1.xml" Id="R33a66e6aec7c42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eae6ccd3864d83" /><Relationship Type="http://schemas.openxmlformats.org/officeDocument/2006/relationships/notesMaster" Target="/ppt/notesMasters/notesMaster1.xml" Id="Raad29afeedca41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c95ceefc5e4976" /><Relationship Type="http://schemas.openxmlformats.org/officeDocument/2006/relationships/notesMaster" Target="/ppt/notesMasters/notesMaster1.xml" Id="R0d02ee8e7ea141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485c00923348b1" /><Relationship Type="http://schemas.openxmlformats.org/officeDocument/2006/relationships/notesMaster" Target="/ppt/notesMasters/notesMaster1.xml" Id="R132bbc92f2ca49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3129d6a6714532" /><Relationship Type="http://schemas.openxmlformats.org/officeDocument/2006/relationships/notesMaster" Target="/ppt/notesMasters/notesMaster1.xml" Id="R1cabdb90e2b540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8fcfd13cd2428e" /><Relationship Type="http://schemas.openxmlformats.org/officeDocument/2006/relationships/notesMaster" Target="/ppt/notesMasters/notesMaster1.xml" Id="Rda2ba15c0e1f46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8c9171be50406b" /><Relationship Type="http://schemas.openxmlformats.org/officeDocument/2006/relationships/notesMaster" Target="/ppt/notesMasters/notesMaster1.xml" Id="R016268e979fd4a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00ec1e72194ede" /><Relationship Type="http://schemas.openxmlformats.org/officeDocument/2006/relationships/notesMaster" Target="/ppt/notesMasters/notesMaster1.xml" Id="Rc6eb967b6bc14b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e180dd4d564619" /><Relationship Type="http://schemas.openxmlformats.org/officeDocument/2006/relationships/notesMaster" Target="/ppt/notesMasters/notesMaster1.xml" Id="Rdec41c4c93e9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do EPISÓDIO 5 e conecte-o ao checkpoint executável. Se um dashboard ou agente depende da Gold, ela já é uma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um dashboard ou agente depende da Gold, ela já é uma API. Use o diagrama para antecipar o problema que será comprovado no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resultados observáveis da aula: Aplicar contract; Coexistir v1 e v2; Provar um breaking change bloqueado.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Nomes e tipos podem estar corretos enquanto a regra de negócio está errada. Desenvolva os pontos: Schema esperado; Tipos coerentes; Comportamento testado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Interfaces críticas merecem rigidez; staging ainda precisa evoluir. Desenvolva os pontos: Dashboard; API; Outro domínio;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Interfaces críticas merecem rigidez; staging ainda precisa evoluir. Dashboard API Outro domínio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Remover coluna pede nova versão; adicionar coluna costuma ser compatível. Desenvolva os pontos: v1 continua ativa; v2 vira latest; Consumidores migram com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Remover coluna pede nova versão; adicionar coluna costuma ser compatível. v1 continua ativa v2 vira latest Consumidores migram com prazo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Versão sem owner, consumidor e data vira dívida permanente. Desenvolva os pontos: Publicação; Aviso; Fim do suporte; Remoção.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Versão sem owner, consumidor e data vira dívida permanente. Publicação Aviso Fim do suporte Remoção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Manter nome e tipo não impede delivered_revenue de mudar silenciosamente. Desenvolva os pontos: Unit test; Data test; Ground truth; Changelog.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Manter nome e tipo não impede delivered_revenue de mudar silenciosamente. Unit test Data test Ground truth Changelog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course.py checkpoint 05. Pause para o aluno acompanhar o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a execução, destaque: Cópia temporária do projeto; customer_id removido da v2; Build específico retorna falha.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resultado esperado: Breaking change bloqueada. Se o valor divergir, não avance sem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técnica aos efeitos: Governança: migração explícita; FinOps: falha antecipada; IA: schema previsível. Não prometa economia sem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+ v2: coexistem durante a migração. Evidência do laboratório; sem porcentagem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limites sem minimizá-los: Constraints variam por adaptador; Contrato não detecta toda lógica; Versões duplicadas têm custo.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Melhorias futuras não justificam migrar um contrato estável para runtime beta. Reforce que beta e preview não fazem parte da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Simule a remoção de uma coluna pública e verifique se a CI bloqueia. Encerre conectando a aula ao próximo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https://docs.getdbt.com/docs/mesh/govern/model-contracts</a:t>
            </a:r>
          </a:p>
          <a:p xmlns:a="http://schemas.openxmlformats.org/drawingml/2006/main">
            <a:r>
              <a:t>- https://docs.getdbt.com/docs/mesh/govern/model-versions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https://github.com/AnselmoBorges/dbt-moderno-na-pratica/blob/main/roteiros/05-contratos-versoes.md</a:t>
            </a:r>
          </a:p>
          <a:p xmlns:a="http://schemas.openxmlformats.org/drawingml/2006/main">
            <a:r>
              <a:t>- repo://laboratorio/checkpoints/ep05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2daa0de1d4e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728b4519ce4a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dee355a3e1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a6334eaaf74cf6" /><Relationship Type="http://schemas.openxmlformats.org/officeDocument/2006/relationships/slideLayout" Target="/ppt/slideLayouts/slideLayout1.xml" Id="Rd3daebc9d8574eb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c99cddc0a014b51" /><Relationship Type="http://schemas.openxmlformats.org/officeDocument/2006/relationships/slideLayout" Target="/ppt/slideLayouts/slideLayout2.xml" Id="Rdfb4424e8c864ebe" /><Relationship Type="http://schemas.openxmlformats.org/officeDocument/2006/relationships/slideLayout" Target="/ppt/slideLayouts/slideLayout3.xml" Id="R2db0dc477821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aebc9d8574e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fb4424e8c864ebe"/>
    <p:sldLayoutId xmlns:r="http://schemas.openxmlformats.org/officeDocument/2006/relationships" id="2147483652" r:id="R2db0dc4778214c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813962604348ca" /><Relationship Type="http://schemas.openxmlformats.org/officeDocument/2006/relationships/image" Target="/ppt/media/image.jpeg" Id="Rc1c214b83ca545b5" /><Relationship Type="http://schemas.openxmlformats.org/officeDocument/2006/relationships/notesSlide" Target="/ppt/notesSlides/notesSlide1.xml" Id="R73ab031b79d34d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d21bca5d514e46" /><Relationship Type="http://schemas.openxmlformats.org/officeDocument/2006/relationships/image" Target="/ppt/media/image.png" Id="Re4e0077f927847d3" /><Relationship Type="http://schemas.openxmlformats.org/officeDocument/2006/relationships/notesSlide" Target="/ppt/notesSlides/notesSlide2.xml" Id="Re459d857806b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d58d65b0f4051" /><Relationship Type="http://schemas.openxmlformats.org/officeDocument/2006/relationships/notesSlide" Target="/ppt/notesSlides/notesSlide3.xml" Id="R594a1212e26144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76558179c4adc" /><Relationship Type="http://schemas.openxmlformats.org/officeDocument/2006/relationships/notesSlide" Target="/ppt/notesSlides/notesSlide4.xml" Id="Rc93021a13fa2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225343a15f44e5" /><Relationship Type="http://schemas.openxmlformats.org/officeDocument/2006/relationships/notesSlide" Target="/ppt/notesSlides/notesSlide5.xml" Id="R5b1584be22b7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94a395b3442fe" /><Relationship Type="http://schemas.openxmlformats.org/officeDocument/2006/relationships/notesSlide" Target="/ppt/notesSlides/notesSlide6.xml" Id="R32f9ef0234c348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bd779e2884cf9" /><Relationship Type="http://schemas.openxmlformats.org/officeDocument/2006/relationships/notesSlide" Target="/ppt/notesSlides/notesSlide7.xml" Id="R95c61920529c4a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65bdfe6cd8426d" /><Relationship Type="http://schemas.openxmlformats.org/officeDocument/2006/relationships/notesSlide" Target="/ppt/notesSlides/notesSlide8.xml" Id="R7d0656aeefb34f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0333fac36e4067" /><Relationship Type="http://schemas.openxmlformats.org/officeDocument/2006/relationships/notesSlide" Target="/ppt/notesSlides/notesSlide9.xml" Id="Rd4f4d12ad5314f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f96cae26b4a2b" /><Relationship Type="http://schemas.openxmlformats.org/officeDocument/2006/relationships/notesSlide" Target="/ppt/notesSlides/notesSlide10.xml" Id="Rbcc5c3fe141d40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a2f9c2e45a4af2" /><Relationship Type="http://schemas.openxmlformats.org/officeDocument/2006/relationships/notesSlide" Target="/ppt/notesSlides/notesSlide11.xml" Id="Radb01f39e86a4b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51c073ec5b48d5" /><Relationship Type="http://schemas.openxmlformats.org/officeDocument/2006/relationships/notesSlide" Target="/ppt/notesSlides/notesSlide12.xml" Id="Rf490a1b39bce4a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1369bc65c4994" /><Relationship Type="http://schemas.openxmlformats.org/officeDocument/2006/relationships/notesSlide" Target="/ppt/notesSlides/notesSlide13.xml" Id="Rf8161dd91dae44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30f476cb184b36" /><Relationship Type="http://schemas.openxmlformats.org/officeDocument/2006/relationships/notesSlide" Target="/ppt/notesSlides/notesSlide14.xml" Id="R1abc5f72a1fa41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98623046a451f" /><Relationship Type="http://schemas.openxmlformats.org/officeDocument/2006/relationships/notesSlide" Target="/ppt/notesSlides/notesSlide15.xml" Id="R40001af1e99844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ec56b543d94aa6" /><Relationship Type="http://schemas.openxmlformats.org/officeDocument/2006/relationships/notesSlide" Target="/ppt/notesSlides/notesSlide16.xml" Id="R377afd52a81245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007e30f044576" /><Relationship Type="http://schemas.openxmlformats.org/officeDocument/2006/relationships/notesSlide" Target="/ppt/notesSlides/notesSlide17.xml" Id="R078b098d4f4a42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02476487fa4ee1" /><Relationship Type="http://schemas.openxmlformats.org/officeDocument/2006/relationships/notesSlide" Target="/ppt/notesSlides/notesSlide18.xml" Id="Rabf8db8cb57243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2eab65cd694b60" /><Relationship Type="http://schemas.openxmlformats.org/officeDocument/2006/relationships/notesSlide" Target="/ppt/notesSlides/notesSlide19.xml" Id="Rff6ebc915c5f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b3854b8e644014" /><Relationship Type="http://schemas.openxmlformats.org/officeDocument/2006/relationships/notesSlide" Target="/ppt/notesSlides/notesSlide20.xml" Id="Raada65be9648421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Ilustração conceitual autoral da capa: EPISÓDIO 5 — Contratos e versões: Gold como API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214b83ca545b5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4C35978A-17FB-4941-A45D-D3D9B3B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86BFB43C-BCD2-4B47-8C51-3C8D64E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2ECDAF65-2EA3-4D49-8A2D-72687896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5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DDECD7-363B-4353-BBD2-E9B21782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Contratos e versões: Gold como API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3FC72D-1E6C-4EFF-9725-DB2343BD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Bloqueie quebra estrutural antes do consumidor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81E8E34-61F3-4466-A323-C786BE9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1563830E-9D30-4E2A-8DAC-73FD3A8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05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596609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6735AE39-C593-4F33-966C-6DD60A78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Se um dashboard ou agente depende da Gold, ela já é uma API.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012BDCC9-A2B0-4C7B-86BB-AEDFFD8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E90CCBC0-D4AD-415E-9E70-FA18F6E4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34943D41-43C1-4C10-9F04-6237859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4" name="" descr="Diagrama didático autoral que apresenta: Se um dashboard ou agente depende da Gold, ela já é uma API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0077f927847d3"/>
          <a:stretch xmlns:a="http://schemas.openxmlformats.org/drawingml/2006/main"/>
        </p:blipFill>
        <p:spPr>
          <a:xfrm xmlns:a="http://schemas.openxmlformats.org/drawingml/2006/main">
            <a:off x="6858000" y="2289421"/>
            <a:ext cx="4191000" cy="1841008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F5C7BF9-87D5-4617-8BD4-C8610EF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1444AEE-1AE9-451C-9B99-ED7EB75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5CF79BE-4CA2-450B-BDF3-9934F33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6A3E9A-E51E-451F-AEA1-3DC3D1DE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156140347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F481E7-8952-42CC-9199-20FC69A3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D93D28C-237F-4A7E-8D5F-8B6C781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529C2B4-51DA-4FBE-892E-4102F39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Aplicar contract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3B19925D-C25A-453C-A84F-54AB3242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39ED8BFA-4522-4A5B-A475-EFFD71E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BCC300CF-BD59-47D3-A7DF-3626F430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Coexistir v1 e v2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A49675A-4DC9-4CFF-8E1B-EA86CEA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01EE14EC-573C-49A9-BFFB-981433B2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E851421-890B-473D-8A6E-AC9167C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Provar um breaking change bloqueado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860F7FA-2C1B-4E1E-AD4F-94560CBC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C120E8-04C0-49B2-A3C2-DD44393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FD69E99-62AB-450F-8C26-988A5D8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0A2E8F-71D0-45AA-B1D6-7F8D7B19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20762842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EBB667-5660-402D-8E83-381946A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Contrato protege forma, não verdade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4FDB9E-BDC4-430C-B04A-09DE614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Nomes e tipos podem estar corretos enquanto a regra de negócio está errada.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27B1501-AD13-4A38-990F-B27F64A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Schema esperado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Tipos coerentes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Comportamento testado separadamente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2FFB12BF-B799-4F33-A5C4-B07A1625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866BD85-AEE4-4856-BD6E-9625CF72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257390D-8CCA-490F-B54D-D6E48757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972D5FE-01C8-43FB-926A-BA0CC70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868693-8215-4F89-BBEA-2B2D50CC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DB125D-52F5-4979-BFED-5BF543D9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253456-789E-45FD-9374-EBA06B1C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1074094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304EE4-FC0D-4BEE-8C6A-FBDAC03D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Contrate o limite público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6736DF-8DC7-471D-9A09-A03AE1D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Interfaces críticas merecem rigidez; staging ainda precisa evoluir.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00946014-E362-4891-BC0C-418E6452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Dashboard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API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Outro domínio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Agente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8038DCFD-B534-4AA1-9453-88CA0883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DA6B7C72-9B34-45D5-A461-614B04B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A29B319-3FAA-4975-8FB6-8623D96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DE7D834-6E57-41DC-8B69-14A69F70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17965F-55B9-4D97-BEAC-2FE7F4D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28BCA8B-8481-403D-A8B1-9E05FC0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233146-6F51-4A1B-A4E5-856033DF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47774674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F9BAE6-A593-4112-8453-E76B6A1A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Contrate o limite público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35AAF6F9-43D6-44A0-841A-CABD994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Privado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67CE2BA7-EE8C-470A-8E48-110159B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Contrato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DB092ECA-EB32-4768-A772-E31E54F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92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Público</a:t>
            </a:r>
          </a:p>
        </p:txBody>
      </p:sp>
      <p:cxnSp>
        <p:nvCxnSpPr>
          <p:cNvPr id="1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15607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6922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7959B4A-81C3-45C1-85F0-A392718F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F2583A-5450-4F3F-9F53-760E903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FA7C502-5D5C-4639-BDED-9FFBA96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969C46-4F80-48AA-AD37-B2A253D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170125451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AFD03C-53D1-4A18-B52F-E05D0B96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Versão é para mudança incompatível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A8C437-89D4-477C-B893-34D5A149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Remover coluna pede nova versão; adicionar coluna costuma ser compatível.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2ACDC49A-F8E5-4B5F-B615-081E02A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v1 continua ativa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v2 vira latest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Consumidores migram com prazo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6F88993-948A-4D1B-A0FA-AA67FF76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3FB3038-B492-4500-9287-DCB73B2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BF1672E-0CC7-4BCB-9B7F-A9BADDE2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814152BA-801B-4525-AE9B-50DAB92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7C4C952-FACC-4392-BA08-FE75E861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526A79D-11D4-4597-93D7-46A92C5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00EBED-937C-450F-98D1-3DA0845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865305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F760FB-7F7C-4E23-BDE1-7E87BBA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Versão é para mudança incompatível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23FED759-C306-4A18-BB07-2450984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v1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B0F7D172-68C7-435F-B0E3-E7FC79E9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v2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7123BABE-F370-4490-B13F-3D8D1AD7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99B53FC9-10BE-467F-A025-BE64D128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v1 continua ativa</a:t>
            </a:r>
          </a:p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v2 vira latest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46023E8F-4B4B-4B15-BD5F-41550E1E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Consumidores migram com prazo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4432901-7EDF-4F2D-9B17-92F2857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B4D7FA-C965-4C23-8E41-C2A8EC4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4461585-3C18-44AE-A654-B7D00800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F55993-C415-4A39-A4DF-EA59787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1380866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85A37-1895-4D2B-973D-FF4F9A6E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Depreciação precisa de saída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EF640B-F074-4F63-90F9-85E48A3F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Versão sem owner, consumidor e data vira dívida permanente.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2B80832A-C6E1-4E23-A375-A335AD8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Publicação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Aviso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Fim do suporte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Remoção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8115C7F-74F2-46B8-8DE5-07019E29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B97ED4FE-A8E8-463F-80D9-E7C52070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23BA533-0680-458F-A981-6C95338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B25DDE1-9FF2-400F-BA83-C5D6D46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FDEF04-5FEF-40EE-A132-066BCD8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E45506C-E5FE-4026-B6C9-876A7D7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D966E7-4810-4028-B581-140910EA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181287324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AF2B45-8AAE-4401-A156-1F9ED1F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Depreciação precisa de saída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441F010E-DBB7-4782-B34B-DAED0B2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E4E8396-2C26-42BC-AA7F-2D1910DD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Publicar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FE0DDBF7-26EB-4394-AB27-D946E2A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2BADECA-4299-4C9A-B643-0076B04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5D4C9002-AA01-4627-9797-7DAD21D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Avisar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59ACEB92-2CB7-46D2-95E9-230F9A6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D3A48781-95A0-4AD3-904B-DE2FA869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7794CE9-2F79-4AF0-86F7-F222F4B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Migrar</a:t>
            </a:r>
          </a:p>
        </p:txBody>
      </p:sp>
      <p:sp>
        <p:nvSpPr>
          <p:cNvPr id="1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B07B19DB-C3A3-44DF-A7D9-E93DA4A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11" name="step-num-4">
            <a:extLst xmlns:a="http://schemas.openxmlformats.org/drawingml/2006/main">
              <a:ext uri="{FF2B5EF4-FFF2-40B4-BE49-F238E27FC236}">
                <a16:creationId xmlns:a16="http://schemas.microsoft.com/office/drawing/2014/main" id="{83112994-94F6-4E22-997E-C5B15DC3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04</a:t>
            </a:r>
          </a:p>
        </p:txBody>
      </p:sp>
      <p:sp>
        <p:nvSpPr>
          <p:cNvPr id="1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056B7C8A-D0E6-45F7-A9AD-C1914275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Remover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94B7E7C5-1D9A-4132-992F-9EA5E14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FAA76C8-6A74-4818-883D-E25FABF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4757A05-C017-4092-9882-8C9DF14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8BA0F-6958-465D-B079-4E04967E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67707717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D939C-E561-48F5-BBAA-B74C2A9C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Mudança semântica exige outro controle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5E8098-5A4E-43E9-AB09-A466F09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Manter nome e tipo não impede delivered_revenue de mudar silenciosamente.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7E6BD812-6511-4454-9F4E-CBCCAF2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Unit test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Data test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Ground truth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Changelog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AC986E49-F728-4277-9CF0-5EC2F3C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BE1306D-6C5C-4823-8EDE-D0E6304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993404A-8AF0-4B6A-BDD9-DF7D588A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4D672BB6-5E00-4C57-995D-2185D2FA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02595F-D59E-4F77-805E-F95E151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7D0F283-6EF1-46D5-9298-2F7F439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4312B2-6003-4A1D-9314-0AC286E6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908563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656F8-8F53-4402-90B4-41592D8E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Mudança semântica exige outro controle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EFCAB577-C12B-47F5-82AD-4A542F8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Schema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9F1BB7B4-4939-4418-BE45-709336E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Teste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0D1278C8-9064-46AC-99F0-E1E0F43E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Valor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CF92E08F-32D6-4956-AC64-9A8ED2A2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Consumidor</a:t>
            </a:r>
          </a:p>
        </p:txBody>
      </p:sp>
      <p:cxnSp>
        <p:nvCxnSpPr>
          <p:cNvPr id="18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0EE92F1-08EF-4B0C-B2E5-6A1938F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3D525B-5C0E-44C2-ABD6-E3CA7518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8637C27-17F2-4122-AB8F-20E4B2C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484863-70BB-4143-BAA0-0A73065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928075712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550668-0DFA-4DE3-9BED-2E34C129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7D3FD94C-A399-4F84-AD4F-13950FB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CFA23668-6105-4A42-BE73-C717DA7C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05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A579EB31-D815-4426-8040-2A0783E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FAB619B-50BE-45D8-8AFE-B877E3AF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B90E55-8C17-47F4-8F07-B8CD428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6310E16-0A55-483F-9C53-B6C1E4B1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F32944-FA47-4A29-BBF1-BFB4050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333192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482193-074B-4E48-BE78-D69D7701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DE4347BF-38EA-4F3E-A6E5-F78DF3C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9B37E7B-5550-41C2-BC04-63F190F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Cópia temporária do projeto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E25EF49E-C198-49EB-90BE-8A8950D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5B68AE1F-2C8D-4CCA-87E8-CC53D77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C290B61-AB4C-425E-A54F-5DC9D7F8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customer_id removido da v2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079001EE-C868-4B60-BB0F-E6C32EDF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748957CF-0A02-484D-9925-DF5C6D8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98E3474-EC36-4464-9FBE-15026E56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Build específico retorna falha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56D2060-6EFB-47DE-B4A9-19470A69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9F1322-87B9-4E52-B94D-11EC0CC6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20AA29E-6359-4A2B-A8C5-4C9AB97F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69955E-8599-4227-AFA4-192D8FD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566589313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48E09D8-70BB-4AB2-8C59-5DAFAB5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FDCD5EC6-A1D4-44E1-90D0-DB7BA38B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Breaking change bloqueada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4CE869BA-BA21-4C25-8CBD-C5B63310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05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C20D459B-1E10-423F-B575-4A97B9B1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9A5A0009-2E21-4A6C-80BB-073EF1AB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8155272-D95A-4FF3-B67A-8FFBE56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06BAA3-24C6-45BA-845C-479EE80E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6138AD9-634C-4282-8485-580A248E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F1E62-CCBB-48AC-B492-D689296B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9053588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FEAC43-0794-470B-9BE9-3206B68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21EB55A3-28D0-42B5-B15B-7CAB3134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993F0A0-B599-4D57-ACD1-39A09797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migração explícita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411623B0-DE28-4F07-B367-9AD1799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BCB9B2C-06B9-4907-976F-4DD4668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540EA6B7-87AB-442F-B920-D669F92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falha antecipada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E9393F6E-ED2F-4807-9F72-4D8CF165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8B6AAE40-9015-482C-AC31-49382C8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6A6B858-812B-49F8-B105-66EBC48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schema previsível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0EDAC50-EFCD-4BA8-9B0E-3C6BC0C1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87211B0-AE41-4601-96C3-78BB664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0C97B08-02AB-46CD-B270-809655C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87FACB-AC63-4D9B-8950-62E56EA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183891108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BAB256C9-C4A0-4595-B143-A7F6BC9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v1 + v2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6345F931-03BB-4079-AF48-B7859AE0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coexistem durante a migração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C7603BF0-E622-45F9-BB17-99C91F4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33A6385E-67E3-4570-947E-A21DBCA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Evidência do laboratório; sem porcentagem comercial.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5FD7875-D021-4709-A191-12F72B1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1840374-02C7-410B-918D-ED1149A7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37D3FAE-4CDF-448B-8AF6-9812705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75F5E4-1E1B-451C-8C33-5A435CA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382068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5BF40-5CB7-4DBA-A2A2-E141316C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54924653-9F49-4C89-BC8B-F7493B4D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Constraints variam por adaptador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Contrato não detecta toda lógica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Versões duplicadas têm custo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377D38C-1C17-4D27-871F-514F06F3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9EAE66-C1A9-4A65-A523-E041F60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D1695F-0F4F-4179-8555-13839E4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0F678E-FB0B-4653-AD6F-F1B5C5D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679386593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3AF1FD5E-0B94-478A-A17B-1F692BA8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BBF1A681-D930-4025-A577-48D550B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Melhorias futuras não justificam migrar um contrato estável para runtime beta.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17053ADC-95E6-43C9-B85E-4524370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F7B5FB5-76FD-49CB-964A-92BAC60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D721EAD-C889-4AAE-805B-6BA7710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0EA28F0-AC23-4CB8-B042-7D82F42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5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1134E6-06EB-41AB-B541-925AA48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B6DF4A5-8944-4100-83B8-7D45570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C94DF2-258B-4A95-9063-6CA1207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1566901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36A69174-5609-4E98-BE18-DF3533C9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E65E3172-0E31-423F-B353-A1BEC4DC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Simule a remoção de uma coluna pública e verifique se a CI bloqueia.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D3B37A91-F2EC-44C0-8809-4664F33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05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035C461-FBF1-4E89-93C8-5861A5F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5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488660-25C7-4BEC-BFD0-3BE1E28E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0161842-2DAB-45A8-95F9-056606C7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51F185-FA02-4BC2-B0A7-5820B8A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2011206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2026-09-02T00:42:43.7450000Z</dcterms:created>
  <dcterms:modified xsi:type="dcterms:W3CDTF">2026-09-02T00:42:43.7450000Z</dcterms:modified>
</coreProperties>
</file>