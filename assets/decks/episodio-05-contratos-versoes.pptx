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868f415b4c45ba" /><Relationship Type="http://schemas.openxmlformats.org/officeDocument/2006/relationships/extended-properties" Target="/docProps/app.xml" Id="Ref4c25e202fc4efc" /><Relationship Type="http://schemas.openxmlformats.org/officeDocument/2006/relationships/officeDocument" Target="/ppt/presentation.xml" Id="R638ace5556e649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015bc9649421c"/>
    <p:sldMasterId xmlns:r="http://schemas.openxmlformats.org/officeDocument/2006/relationships" id="2147483650" r:id="Rcdc56cd753244692"/>
  </p:sldMasterIdLst>
  <p:notesMasterIdLst>
    <p:notesMasterId xmlns:r="http://schemas.openxmlformats.org/officeDocument/2006/relationships" r:id="R96f8db04b3994605"/>
  </p:notesMasterIdLst>
  <p:sldIdLst>
    <p:sldId xmlns:r="http://schemas.openxmlformats.org/officeDocument/2006/relationships" id="256" r:id="R9c83733d40b845c3"/>
    <p:sldId xmlns:r="http://schemas.openxmlformats.org/officeDocument/2006/relationships" id="257" r:id="Rf537bfc9ab9b44ce"/>
    <p:sldId xmlns:r="http://schemas.openxmlformats.org/officeDocument/2006/relationships" id="258" r:id="Rbd3c7cdce8304889"/>
    <p:sldId xmlns:r="http://schemas.openxmlformats.org/officeDocument/2006/relationships" id="259" r:id="Rdf490da6315045ed"/>
    <p:sldId xmlns:r="http://schemas.openxmlformats.org/officeDocument/2006/relationships" id="260" r:id="Rf7ff04c0e3df43c1"/>
    <p:sldId xmlns:r="http://schemas.openxmlformats.org/officeDocument/2006/relationships" id="261" r:id="R0abf5b143d554163"/>
    <p:sldId xmlns:r="http://schemas.openxmlformats.org/officeDocument/2006/relationships" id="262" r:id="Rc2da359ad7ac46c7"/>
    <p:sldId xmlns:r="http://schemas.openxmlformats.org/officeDocument/2006/relationships" id="263" r:id="R08e1f7bca60943d3"/>
    <p:sldId xmlns:r="http://schemas.openxmlformats.org/officeDocument/2006/relationships" id="264" r:id="R025884518308427e"/>
    <p:sldId xmlns:r="http://schemas.openxmlformats.org/officeDocument/2006/relationships" id="265" r:id="R910d19050fd54ae6"/>
    <p:sldId xmlns:r="http://schemas.openxmlformats.org/officeDocument/2006/relationships" id="266" r:id="R0bcdf1625f6a4c39"/>
    <p:sldId xmlns:r="http://schemas.openxmlformats.org/officeDocument/2006/relationships" id="267" r:id="Re66f76d05ea04177"/>
    <p:sldId xmlns:r="http://schemas.openxmlformats.org/officeDocument/2006/relationships" id="268" r:id="R2f2396f530a94af2"/>
    <p:sldId xmlns:r="http://schemas.openxmlformats.org/officeDocument/2006/relationships" id="269" r:id="R940895d4c97149c4"/>
    <p:sldId xmlns:r="http://schemas.openxmlformats.org/officeDocument/2006/relationships" id="270" r:id="R1322c138c6e147c7"/>
    <p:sldId xmlns:r="http://schemas.openxmlformats.org/officeDocument/2006/relationships" id="271" r:id="R341f90a54f984ee3"/>
    <p:sldId xmlns:r="http://schemas.openxmlformats.org/officeDocument/2006/relationships" id="272" r:id="R47d9fb8b05224ed8"/>
    <p:sldId xmlns:r="http://schemas.openxmlformats.org/officeDocument/2006/relationships" id="273" r:id="R34a9a77bda464ed0"/>
    <p:sldId xmlns:r="http://schemas.openxmlformats.org/officeDocument/2006/relationships" id="274" r:id="R167b61f83e0b40d8"/>
    <p:sldId xmlns:r="http://schemas.openxmlformats.org/officeDocument/2006/relationships" id="275" r:id="R6bb8940a7b3547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87104191ad4a9b" /><Relationship Type="http://schemas.openxmlformats.org/officeDocument/2006/relationships/slideMaster" Target="/ppt/slideMasters/slideMaster1.xml" Id="R257015bc9649421c" /><Relationship Type="http://schemas.openxmlformats.org/officeDocument/2006/relationships/slideMaster" Target="/ppt/slideMasters/slideMaster2.xml" Id="Rcdc56cd753244692" /><Relationship Type="http://schemas.openxmlformats.org/officeDocument/2006/relationships/notesMaster" Target="/ppt/notesMasters/notesMaster1.xml" Id="R96f8db04b3994605" /><Relationship Type="http://schemas.openxmlformats.org/officeDocument/2006/relationships/presProps" Target="/ppt/presProps.xml" Id="Rc4e782986a51456f" /><Relationship Type="http://schemas.openxmlformats.org/officeDocument/2006/relationships/tableStyles" Target="/ppt/tableStyles.xml" Id="R3b3a3e2597f44d56" /><Relationship Type="http://schemas.openxmlformats.org/officeDocument/2006/relationships/slide" Target="/ppt/slides/slide1.xml" Id="R9c83733d40b845c3" /><Relationship Type="http://schemas.openxmlformats.org/officeDocument/2006/relationships/slide" Target="/ppt/slides/slide2.xml" Id="Rf537bfc9ab9b44ce" /><Relationship Type="http://schemas.openxmlformats.org/officeDocument/2006/relationships/slide" Target="/ppt/slides/slide3.xml" Id="Rbd3c7cdce8304889" /><Relationship Type="http://schemas.openxmlformats.org/officeDocument/2006/relationships/slide" Target="/ppt/slides/slide4.xml" Id="Rdf490da6315045ed" /><Relationship Type="http://schemas.openxmlformats.org/officeDocument/2006/relationships/slide" Target="/ppt/slides/slide5.xml" Id="Rf7ff04c0e3df43c1" /><Relationship Type="http://schemas.openxmlformats.org/officeDocument/2006/relationships/slide" Target="/ppt/slides/slide6.xml" Id="R0abf5b143d554163" /><Relationship Type="http://schemas.openxmlformats.org/officeDocument/2006/relationships/slide" Target="/ppt/slides/slide7.xml" Id="Rc2da359ad7ac46c7" /><Relationship Type="http://schemas.openxmlformats.org/officeDocument/2006/relationships/slide" Target="/ppt/slides/slide8.xml" Id="R08e1f7bca60943d3" /><Relationship Type="http://schemas.openxmlformats.org/officeDocument/2006/relationships/slide" Target="/ppt/slides/slide9.xml" Id="R025884518308427e" /><Relationship Type="http://schemas.openxmlformats.org/officeDocument/2006/relationships/slide" Target="/ppt/slides/slide10.xml" Id="R910d19050fd54ae6" /><Relationship Type="http://schemas.openxmlformats.org/officeDocument/2006/relationships/slide" Target="/ppt/slides/slide11.xml" Id="R0bcdf1625f6a4c39" /><Relationship Type="http://schemas.openxmlformats.org/officeDocument/2006/relationships/slide" Target="/ppt/slides/slide12.xml" Id="Re66f76d05ea04177" /><Relationship Type="http://schemas.openxmlformats.org/officeDocument/2006/relationships/slide" Target="/ppt/slides/slide13.xml" Id="R2f2396f530a94af2" /><Relationship Type="http://schemas.openxmlformats.org/officeDocument/2006/relationships/slide" Target="/ppt/slides/slide14.xml" Id="R940895d4c97149c4" /><Relationship Type="http://schemas.openxmlformats.org/officeDocument/2006/relationships/slide" Target="/ppt/slides/slide15.xml" Id="R1322c138c6e147c7" /><Relationship Type="http://schemas.openxmlformats.org/officeDocument/2006/relationships/slide" Target="/ppt/slides/slide16.xml" Id="R341f90a54f984ee3" /><Relationship Type="http://schemas.openxmlformats.org/officeDocument/2006/relationships/slide" Target="/ppt/slides/slide17.xml" Id="R47d9fb8b05224ed8" /><Relationship Type="http://schemas.openxmlformats.org/officeDocument/2006/relationships/slide" Target="/ppt/slides/slide18.xml" Id="R34a9a77bda464ed0" /><Relationship Type="http://schemas.openxmlformats.org/officeDocument/2006/relationships/slide" Target="/ppt/slides/slide19.xml" Id="R167b61f83e0b40d8" /><Relationship Type="http://schemas.openxmlformats.org/officeDocument/2006/relationships/slide" Target="/ppt/slides/slide20.xml" Id="R6bb8940a7b3547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ab56a3a57394b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ca6f8dd7ad4ff3" /><Relationship Type="http://schemas.openxmlformats.org/officeDocument/2006/relationships/notesMaster" Target="/ppt/notesMasters/notesMaster1.xml" Id="R121701d4097841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3a0b11bc2c414f" /><Relationship Type="http://schemas.openxmlformats.org/officeDocument/2006/relationships/notesMaster" Target="/ppt/notesMasters/notesMaster1.xml" Id="R74dbd86448be44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4bea413f8e4e84" /><Relationship Type="http://schemas.openxmlformats.org/officeDocument/2006/relationships/notesMaster" Target="/ppt/notesMasters/notesMaster1.xml" Id="R31dd53d8931b4b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8665075fd14f57" /><Relationship Type="http://schemas.openxmlformats.org/officeDocument/2006/relationships/notesMaster" Target="/ppt/notesMasters/notesMaster1.xml" Id="Rc1dbe0f7d05d42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b17146201141e6" /><Relationship Type="http://schemas.openxmlformats.org/officeDocument/2006/relationships/notesMaster" Target="/ppt/notesMasters/notesMaster1.xml" Id="R098d276b229d4e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6f458d49934ef7" /><Relationship Type="http://schemas.openxmlformats.org/officeDocument/2006/relationships/notesMaster" Target="/ppt/notesMasters/notesMaster1.xml" Id="R8aa30a3588cc4c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f4448784ba46f9" /><Relationship Type="http://schemas.openxmlformats.org/officeDocument/2006/relationships/notesMaster" Target="/ppt/notesMasters/notesMaster1.xml" Id="Red831fabe31a4f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35db0bee5541c6" /><Relationship Type="http://schemas.openxmlformats.org/officeDocument/2006/relationships/notesMaster" Target="/ppt/notesMasters/notesMaster1.xml" Id="R76d05bb6463d44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c191a7c0a64acf" /><Relationship Type="http://schemas.openxmlformats.org/officeDocument/2006/relationships/notesMaster" Target="/ppt/notesMasters/notesMaster1.xml" Id="Rb94dd6b317004c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779adb07db4c65" /><Relationship Type="http://schemas.openxmlformats.org/officeDocument/2006/relationships/notesMaster" Target="/ppt/notesMasters/notesMaster1.xml" Id="Rba940a19c92e47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ac673cdfe7492d" /><Relationship Type="http://schemas.openxmlformats.org/officeDocument/2006/relationships/notesMaster" Target="/ppt/notesMasters/notesMaster1.xml" Id="R2e03d1ca1f8a47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fe6511a13d4c0b" /><Relationship Type="http://schemas.openxmlformats.org/officeDocument/2006/relationships/notesMaster" Target="/ppt/notesMasters/notesMaster1.xml" Id="Rcbda8c0621f647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5bc6fb70c340f1" /><Relationship Type="http://schemas.openxmlformats.org/officeDocument/2006/relationships/notesMaster" Target="/ppt/notesMasters/notesMaster1.xml" Id="Rba94cf8cf5014e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ad205c41a640ca" /><Relationship Type="http://schemas.openxmlformats.org/officeDocument/2006/relationships/notesMaster" Target="/ppt/notesMasters/notesMaster1.xml" Id="R02a35f47a045437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c00161f74554bd6" /><Relationship Type="http://schemas.openxmlformats.org/officeDocument/2006/relationships/notesMaster" Target="/ppt/notesMasters/notesMaster1.xml" Id="R2f661a2246ae46d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851a283f4734b27" /><Relationship Type="http://schemas.openxmlformats.org/officeDocument/2006/relationships/notesMaster" Target="/ppt/notesMasters/notesMaster1.xml" Id="Rc479b911856244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29524bcdc2e4cf6" /><Relationship Type="http://schemas.openxmlformats.org/officeDocument/2006/relationships/notesMaster" Target="/ppt/notesMasters/notesMaster1.xml" Id="R1c21e82b0709473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4517920d35447e" /><Relationship Type="http://schemas.openxmlformats.org/officeDocument/2006/relationships/notesMaster" Target="/ppt/notesMasters/notesMaster1.xml" Id="R8cf8fba5bac046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2768b3906394e50" /><Relationship Type="http://schemas.openxmlformats.org/officeDocument/2006/relationships/notesMaster" Target="/ppt/notesMasters/notesMaster1.xml" Id="R5eecdf92eba14a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109da0e0ec04d09" /><Relationship Type="http://schemas.openxmlformats.org/officeDocument/2006/relationships/notesMaster" Target="/ppt/notesMasters/notesMaster1.xml" Id="R73f2df24eebf42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5 do dbt Moderno na Prática. Hoje vamos trabalhar o tema “Contratos e versões: Gold como API”. Bloqueie quebra estrutural antes do consumidor.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05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“Se um dashboard ou agente depende da Gold, ela já é uma API.”.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Se um dashboard ou agente depende da Gold, ela já é uma API.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aplicar contract, Coexistir v1 e v2 e Provar um breaking change bloqueado.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“Contrato protege forma, não verdade”.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Nomes e tipos podem estar corretos enquanto a regra de negócio está errada. Para tornar isso concreto, observe schema esperado, Tipos coerentes e Comportamento testado separadamente.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“Contrate o limite público”.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Interfaces críticas merecem rigidez; staging ainda precisa evoluir. Para tornar isso concreto, observe dashboard, API, Outro domínio e Agente.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“Contrate o limite público”.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Interfaces críticas merecem rigidez; staging ainda precisa evoluir. Siga a composição na ordem mostrada e conecte privado, Contrato e Público.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“Versão é para mudança incompatível”.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Remover coluna pede nova versão; adicionar coluna costuma ser compatível. Para tornar isso concreto, observe v1 continua ativa, v2 vira latest e Consumidores migram com prazo.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“Versão é para mudança incompatível”.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Remover coluna pede nova versão; adicionar coluna costuma ser compatível. Siga a composição na ordem mostrada e conecte v1, v2, v1 continua ativa, v2 vira latest e Consumidores migram com prazo.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“Depreciação precisa de saída”.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Versão sem owner, consumidor e data vira dívida permanente. Para tornar isso concreto, observe publicação, Aviso, Fim do suporte e Remoção.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“Depreciação precisa de saída”.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Versão sem owner, consumidor e data vira dívida permanente. Siga a composição na ordem mostrada e conecte publicar, Avisar, Migrar e Remover.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“Mudança semântica exige outro controle”.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Manter nome e tipo não impede delivered_revenue de mudar silenciosamente. Para tornar isso concreto, observe unit test, Data test, Ground truth e Changelog.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“Mudança semântica exige outro controle”.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Manter nome e tipo não impede delivered_revenue de mudar silenciosamente. Siga a composição na ordem mostrada e conecte schema, Teste, Valor e Consumidor.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05.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cópia temporária do projeto, customer_id removido da v2 e Build específico retorna falha.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Breaking change bloqueada. Esse resultado confirma que a etapa executada produziu a evidência esperada para o checkpoint 05.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migração explícita, FinOps: falha antecipada e IA: schema previsível.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“v1 + v2”.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v1 + v2: coexistem durante a migração. O número ajuda a dimensionar o exemplo, mas precisa ser lido com a ressalva correta. Evidência do laboratório; sem porcentagem comercial.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constraints variam por adaptador, Contrato não detecta toda lógica e Versões duplicadas têm custo.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Melhorias futuras não justificam migrar um contrato estável para runtime beta.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Simule a remoção de uma coluna pública e verifique se a CI bloqueia.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https://docs.getdbt.com/docs/mesh/govern/model-contracts</a:t>
            </a:r>
          </a:p>
          <a:p xmlns:a="http://schemas.openxmlformats.org/drawingml/2006/main">
            <a:r>
              <a:t>- https://docs.getdbt.com/docs/mesh/govern/model-versions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https://github.com/AnselmoBorges/dbt-moderno-na-pratica/blob/main/roteiros/05-contratos-versoes.md</a:t>
            </a:r>
          </a:p>
          <a:p xmlns:a="http://schemas.openxmlformats.org/drawingml/2006/main">
            <a:r>
              <a:t>- repo://laboratorio/checkpoints/ep05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e454225d5344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b8433941e3943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8fd9841d9048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ca99d948ba4c5a" /><Relationship Type="http://schemas.openxmlformats.org/officeDocument/2006/relationships/slideLayout" Target="/ppt/slideLayouts/slideLayout1.xml" Id="R8804f5c048a548b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a91d6bbbcdfe4254" /><Relationship Type="http://schemas.openxmlformats.org/officeDocument/2006/relationships/slideLayout" Target="/ppt/slideLayouts/slideLayout2.xml" Id="R9c54d82b56c348cc" /><Relationship Type="http://schemas.openxmlformats.org/officeDocument/2006/relationships/slideLayout" Target="/ppt/slideLayouts/slideLayout3.xml" Id="Rb34111e1b37d47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04f5c048a548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9c54d82b56c348cc"/>
    <p:sldLayoutId xmlns:r="http://schemas.openxmlformats.org/officeDocument/2006/relationships" id="2147483652" r:id="Rb34111e1b37d474a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592395edf44177" /><Relationship Type="http://schemas.openxmlformats.org/officeDocument/2006/relationships/image" Target="/ppt/media/image.jpeg" Id="R183760e1c1644f39" /><Relationship Type="http://schemas.openxmlformats.org/officeDocument/2006/relationships/image" Target="/ppt/media/image.png" Id="Rb0bf110abd1c4f5d" /><Relationship Type="http://schemas.openxmlformats.org/officeDocument/2006/relationships/notesSlide" Target="/ppt/notesSlides/notesSlide1.xml" Id="R22c36aeb6a0f45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2a4f39cb11f469b" /><Relationship Type="http://schemas.openxmlformats.org/officeDocument/2006/relationships/image" Target="/ppt/media/image2.png" Id="R7a244c80551241c2" /><Relationship Type="http://schemas.openxmlformats.org/officeDocument/2006/relationships/image" Target="/ppt/media/image3.png" Id="R2f706f7fcb78414b" /><Relationship Type="http://schemas.openxmlformats.org/officeDocument/2006/relationships/notesSlide" Target="/ppt/notesSlides/notesSlide2.xml" Id="R63959502bf5d40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7bbbb992294ab2" /><Relationship Type="http://schemas.openxmlformats.org/officeDocument/2006/relationships/image" Target="/ppt/media/image4.png" Id="R789494440af341d1" /><Relationship Type="http://schemas.openxmlformats.org/officeDocument/2006/relationships/notesSlide" Target="/ppt/notesSlides/notesSlide3.xml" Id="Rc2e50a671f2742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d6fd7239d94eee" /><Relationship Type="http://schemas.openxmlformats.org/officeDocument/2006/relationships/image" Target="/ppt/media/image5.png" Id="R2960ca4c740b4ab5" /><Relationship Type="http://schemas.openxmlformats.org/officeDocument/2006/relationships/notesSlide" Target="/ppt/notesSlides/notesSlide4.xml" Id="R59e1a0075a1a48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eb7af473854b5e" /><Relationship Type="http://schemas.openxmlformats.org/officeDocument/2006/relationships/image" Target="/ppt/media/image6.png" Id="R50ff741cc7654d59" /><Relationship Type="http://schemas.openxmlformats.org/officeDocument/2006/relationships/notesSlide" Target="/ppt/notesSlides/notesSlide5.xml" Id="R520c32a2f0b74a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de750598144945" /><Relationship Type="http://schemas.openxmlformats.org/officeDocument/2006/relationships/image" Target="/ppt/media/image7.png" Id="Rd4aeeba36b324ea3" /><Relationship Type="http://schemas.openxmlformats.org/officeDocument/2006/relationships/notesSlide" Target="/ppt/notesSlides/notesSlide6.xml" Id="R70f9293f674a42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fd38f029fc4345" /><Relationship Type="http://schemas.openxmlformats.org/officeDocument/2006/relationships/image" Target="/ppt/media/image8.png" Id="Rf5d95f6025f249ca" /><Relationship Type="http://schemas.openxmlformats.org/officeDocument/2006/relationships/notesSlide" Target="/ppt/notesSlides/notesSlide7.xml" Id="Rac6584674f8842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29f0a1c4ce485a" /><Relationship Type="http://schemas.openxmlformats.org/officeDocument/2006/relationships/image" Target="/ppt/media/image9.png" Id="R4f843b6fed95409d" /><Relationship Type="http://schemas.openxmlformats.org/officeDocument/2006/relationships/notesSlide" Target="/ppt/notesSlides/notesSlide8.xml" Id="R048cf3a794e44f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4783abae1d4b91" /><Relationship Type="http://schemas.openxmlformats.org/officeDocument/2006/relationships/image" Target="/ppt/media/image10.png" Id="R718630f31b9b4963" /><Relationship Type="http://schemas.openxmlformats.org/officeDocument/2006/relationships/notesSlide" Target="/ppt/notesSlides/notesSlide9.xml" Id="R730521ccc27049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af9cb543274513" /><Relationship Type="http://schemas.openxmlformats.org/officeDocument/2006/relationships/image" Target="/ppt/media/image11.png" Id="R4ad8791f4ed8455b" /><Relationship Type="http://schemas.openxmlformats.org/officeDocument/2006/relationships/notesSlide" Target="/ppt/notesSlides/notesSlide10.xml" Id="Re11f048c2eb04d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2dc863317f45ae" /><Relationship Type="http://schemas.openxmlformats.org/officeDocument/2006/relationships/image" Target="/ppt/media/image12.png" Id="Rf4dbbf34ea404f3e" /><Relationship Type="http://schemas.openxmlformats.org/officeDocument/2006/relationships/notesSlide" Target="/ppt/notesSlides/notesSlide11.xml" Id="R0135e42d54574c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47de8047b247a7" /><Relationship Type="http://schemas.openxmlformats.org/officeDocument/2006/relationships/image" Target="/ppt/media/image13.png" Id="Rb772ff81d9c54ee0" /><Relationship Type="http://schemas.openxmlformats.org/officeDocument/2006/relationships/notesSlide" Target="/ppt/notesSlides/notesSlide12.xml" Id="Rb55ded0dfe724f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632a0780ab4bb3" /><Relationship Type="http://schemas.openxmlformats.org/officeDocument/2006/relationships/image" Target="/ppt/media/image14.png" Id="R0e65136a70fb4ce3" /><Relationship Type="http://schemas.openxmlformats.org/officeDocument/2006/relationships/notesSlide" Target="/ppt/notesSlides/notesSlide13.xml" Id="R42f5e2338b5b4fe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f07d51ca7c45ee" /><Relationship Type="http://schemas.openxmlformats.org/officeDocument/2006/relationships/image" Target="/ppt/media/image15.png" Id="R0cefaec8c32943b6" /><Relationship Type="http://schemas.openxmlformats.org/officeDocument/2006/relationships/notesSlide" Target="/ppt/notesSlides/notesSlide14.xml" Id="Rde2f1ffd61dd4ed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1e4761c42548d6" /><Relationship Type="http://schemas.openxmlformats.org/officeDocument/2006/relationships/image" Target="/ppt/media/image16.png" Id="Rfb11737b4d674c98" /><Relationship Type="http://schemas.openxmlformats.org/officeDocument/2006/relationships/notesSlide" Target="/ppt/notesSlides/notesSlide15.xml" Id="R269784af063644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99d63929b94a5d" /><Relationship Type="http://schemas.openxmlformats.org/officeDocument/2006/relationships/image" Target="/ppt/media/image17.png" Id="R81916b1e511942f3" /><Relationship Type="http://schemas.openxmlformats.org/officeDocument/2006/relationships/notesSlide" Target="/ppt/notesSlides/notesSlide16.xml" Id="R68ef3000a38349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fb3c34699f4cee" /><Relationship Type="http://schemas.openxmlformats.org/officeDocument/2006/relationships/image" Target="/ppt/media/image18.png" Id="R48b4f4cd25044112" /><Relationship Type="http://schemas.openxmlformats.org/officeDocument/2006/relationships/notesSlide" Target="/ppt/notesSlides/notesSlide17.xml" Id="Rc16528bfb96241d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5031e8de9648e0" /><Relationship Type="http://schemas.openxmlformats.org/officeDocument/2006/relationships/image" Target="/ppt/media/image19.png" Id="Rbcf313acc1eb4a4e" /><Relationship Type="http://schemas.openxmlformats.org/officeDocument/2006/relationships/notesSlide" Target="/ppt/notesSlides/notesSlide18.xml" Id="Rddd5c9da0b2e43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35137254e44cd9" /><Relationship Type="http://schemas.openxmlformats.org/officeDocument/2006/relationships/image" Target="/ppt/media/image20.png" Id="R2c947d2d6dd3445b" /><Relationship Type="http://schemas.openxmlformats.org/officeDocument/2006/relationships/notesSlide" Target="/ppt/notesSlides/notesSlide19.xml" Id="R200d9afddc9842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a64dd72da474343" /><Relationship Type="http://schemas.openxmlformats.org/officeDocument/2006/relationships/image" Target="/ppt/media/image21.png" Id="R8da43847de864f62" /><Relationship Type="http://schemas.openxmlformats.org/officeDocument/2006/relationships/notesSlide" Target="/ppt/notesSlides/notesSlide20.xml" Id="R108a940267e84313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5 — Contratos e versões: Gold como API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760e1c1644f39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FC71C81C-A2D1-4376-8D52-66ACBC35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D96D8219-67DE-42FE-B34F-ADD6B964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83BCE118-8416-429E-A7E6-62A20C2A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5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8EE5F40-6FF9-4556-B89C-794D0341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5 — Contratos e versões: Gold como API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f110abd1c4f5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BB64A1B-5869-4377-B3DB-628B90B3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Contratos e versões: Gold como API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C0291EC-F2A5-423C-8311-7FFFD7C8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Bloqueie quebra estrutural antes do consumidor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F19DE7B-7F28-4103-8F40-A735615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6EFD60AB-4010-41B4-A64C-919575B1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05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5879456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AC31E71C-9FE0-473F-A3D0-9A252480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Se um dashboard ou agente depende da Gold, ela já é uma API.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4B88D82-26BF-4863-A2AF-6BADC251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61341379-D287-4FAF-AF16-73A49EFB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84D2C457-2A78-400D-998A-4D0A2A5E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Se um dashboard ou agente depende da Gold, ela já é uma API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44c80551241c2"/>
          <a:stretch xmlns:a="http://schemas.openxmlformats.org/drawingml/2006/main"/>
        </p:blipFill>
        <p:spPr>
          <a:xfrm xmlns:a="http://schemas.openxmlformats.org/drawingml/2006/main">
            <a:off x="6858000" y="2289421"/>
            <a:ext cx="4191000" cy="1841008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5CC6628-85F2-4E9E-94C8-68C35199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9AA86AF-0564-43F0-8AEC-10A3E81D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Se um dashboard ou agente depende da Gold, ela já é uma API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706f7fcb78414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741F8B-96BB-47D8-8069-1BCDBCC1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A365FE8-76D0-405B-A9C4-2CAD83F4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EF2AF3-DC2C-43E3-A436-79BAD51F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42165127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7C93BF-FE07-4DEE-97D9-201A4DBA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F8C1A66-34AE-45EC-888B-BF44EC33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4030F5D-B5A7-498F-B1BE-339808FE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Aplicar contract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580BBB6-F816-49AA-8F01-B943D2C1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755F98B-5158-4453-AFA8-35276F13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C615266-55CC-4A6F-8723-FA36E121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Coexistir v1 e v2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AD69053-6505-4C4D-9B13-A654D323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FAE0244-428D-4E5E-9A02-2E129F4A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4F49834-7589-4043-BC00-F2C7E5BF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Provar um breaking change bloqueado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8904519-3253-437B-8755-596F3287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DD6B42A-D9FB-4960-BE6C-212AD322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494440af341d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2618F20-2ED0-4C43-817C-ADB17E7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48DC33AE-2D56-4845-A923-DFF05784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FB07FB-E606-428E-B277-8672FE0F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76924134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931324-559C-4F53-8E47-14C60E1B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Contrato protege forma, não verdade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8588541-9E55-4330-B5C8-80F999A0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Nomes e tipos podem estar corretos enquanto a regra de negócio está errada.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2D09F9C-1371-4293-A09C-3F9799A0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Schema esperado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Tipos coerentes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Comportamento testado separadamente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1712B7F-4339-40E0-B410-A0FFE888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7341961-0871-47FC-ACF5-6BD0C6DC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074B5E5-CEFB-4A66-ACB6-788152CA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C012D62-C19F-417C-BA3F-0BB2C216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8955E7A-6C16-4CB0-B6D4-419B6925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ontrato protege forma, não verdade — Nomes e tipos podem estar corretos enquanto a regra de negócio está errad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0ca4c740b4ab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6E642C-6324-4A4C-A1B4-508F6942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346F94AE-FED3-4134-98E9-93F68914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4566C9-C365-4701-8A68-ECAED3F0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0185205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9509A5-3CD5-4A39-BE8E-B79DB6C6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Contrate o limite público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F25294-CCD1-4DF9-BA8F-621C1637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Interfaces críticas merecem rigidez; staging ainda precisa evoluir.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E4B6EAF-6888-409F-B50D-A07360D9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Dashboard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API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Outro domínio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Agente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B721C89-E252-458A-8A0E-1FBE7435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EF8B1C6-BA9C-4323-8DE4-97BD3E0E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93CCC16A-E15C-47EA-BB31-4D9C3804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7F601C5-924E-4048-A1A3-7D182E9F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1C6D098-E2D7-45F7-91EB-E92B408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ontrate o limite público — Interfaces críticas merecem rigidez; staging ainda precisa evolui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f741cc7654d5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19DBF1D-D8F1-4C37-B7ED-2400DB3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1BACAEF9-37A2-49A4-8498-EC447691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B61567-5C1D-4D24-83D0-14B16359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60291067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556741-9344-474C-BD6D-438FA054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Contrate o limite público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7C790A0B-4060-4F02-ACA4-65608387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Privado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25C635F4-7D14-491F-99DE-2B6C2046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77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Contrato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56995FF1-6F49-4B38-8E36-B4807FAF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9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Público</a:t>
            </a:r>
          </a:p>
        </p:txBody>
      </p:sp>
      <p:cxnSp>
        <p:nvCxnSpPr>
          <p:cNvPr id="24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15607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76922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4CEC216-872F-4C80-8A06-62ABF092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3C656A1-60F6-413C-8FCE-C92BE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8" name="" descr="Figura oficial da documentação dbt usada para explicar: Contrate o limite público — Priva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eeba36b324ea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EB214C6-F5B8-4073-9A69-6DFF6765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5008D2D2-7F5D-4C33-B759-5663F618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E45A53-8D40-40B9-BF36-5E78DCB1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93341380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6B28CC-2B73-4401-87FB-551C5E16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Versão é para mudança incompatível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AAEE6E1-4899-46D6-A018-6882CD84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Remover coluna pede nova versão; adicionar coluna costuma ser compatível.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10C8083-9674-437B-ABBD-93A3C4E7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v1 continua ativa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v2 vira latest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Consumidores migram com prazo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E98D177-27F5-4F94-AA15-3F78C1F4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BC41AAF-98F9-4635-9C80-790CB26C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922C586-38AA-4CD8-ABD8-F5A78D22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4D97566-94E0-4AD5-8B98-01FAC3FE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067EFA6-438E-41A7-BEFD-070E5FC7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Versão é para mudança incompatível — Remover coluna pede nova versão; adicionar coluna costuma ser compatível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95f6025f249c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5714BB3-C18C-4248-8312-201B4ECC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E10B318B-9621-4B9A-8149-094D86AF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00E1B0-3B93-42C9-9058-D32EC098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20361142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E16B05-3CA2-4C53-A070-5B1D1B00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Versão é para mudança incompatível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5F4EBD96-76D2-41A9-B650-636FAAB7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v1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4C8BEB48-3431-410E-913C-3BF035DA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v2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38FB8203-A23F-4B86-AB36-ADA8C56A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5CD63344-A132-40E0-8D2B-311FB11B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v1 continua ativa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v2 vira latest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86ADB0F0-21B8-4F27-AE21-BD116072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Consumidores migram com prazo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45C3CF2B-177C-4EEC-9F49-B0BBC29A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BD3E2B8-E299-4C39-99E4-203D24C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Versão é para mudança incompatível — v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43b6fed95409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A49FF8D-C5D4-4910-A353-62EDC136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08084C15-4454-4F60-84F1-7FFCBB6D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06264C-939A-4DB0-A93A-7B5F2C79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7520343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3CDDB7-D8BE-4078-96DB-C1A2C110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Depreciação precisa de saída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5CA1B9-D5BC-42CA-BF77-7A228F53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Versão sem owner, consumidor e data vira dívida permanente.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8C4B434-F159-4F0A-8434-56108CA8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Publicação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Aviso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Fim do suporte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Remoção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55BF55B-8D54-44EF-A6C0-4653D1B0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6422697-00AD-4633-9E3D-BCF057C1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B631B65-FCE6-4F7E-A87E-B17D52AB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B0D9FB2-AF50-4BAE-BC9A-963CE538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4601620-59C6-41EC-93F3-ED811917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Depreciação precisa de saída — Versão sem owner, consumidor e data vira dívida perman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8630f31b9b496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37516DC-BB5E-44BA-AA15-45080F11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EA59C10B-C4D2-4B41-9A04-499DF67E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0BD299-CE1C-4886-A91A-F3586324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1895573442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7D96E4-22A0-40F3-8D88-B12C39F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Depreciação precisa de saída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49FA6FE-1F63-44B1-90DC-DA453B02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CA295F7F-FAA2-49DC-8639-C3BEBBF9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Publicar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13901D9-C3F1-4782-A953-868A6BC7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8FCDCC3-61D4-459A-8DAC-3D1828A9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BCF170B-1B19-4BBF-B65C-0356652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Avisar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C4E1391-10D6-4C51-BE44-2F4F5EF9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C8D39E6-51BA-4BB3-938F-4DF0805E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1762C4B-930B-481F-A92D-CA6DBFA5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Migrar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60668D47-48CD-44A1-9463-8665582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85ADF8CB-1FE5-46BC-AD58-38BFC8A4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992614B0-868E-4240-B792-406971DD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Remover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3EF66F9C-EB42-41F8-A29B-A5A8A774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1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1DB1F48-8528-4C90-9733-2F63C790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5" name="" descr="Figura oficial da documentação dbt usada para explicar: Depreciação precisa de saída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8791f4ed8455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AF4048F-51A8-4F99-A1DD-3ADBE798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7" name="footer">
            <a:extLst xmlns:a="http://schemas.openxmlformats.org/drawingml/2006/main">
              <a:ext uri="{FF2B5EF4-FFF2-40B4-BE49-F238E27FC236}">
                <a16:creationId xmlns:a16="http://schemas.microsoft.com/office/drawing/2014/main" id="{4E7E77C7-D156-4F3F-9AB5-D47AB30E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4CB925-43FD-48F3-BB83-ACD61677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678494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C32A90-3524-44E7-A6BA-C073CA5B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Mudança semântica exige outro controle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C449EF2-0CF3-403B-AABE-FEB3B467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Manter nome e tipo não impede delivered_revenue de mudar silenciosamente.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5E1E83C-462F-45AE-9C78-CEBF0C6A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Unit 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Data test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Ground truth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Changelog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035DDBA-46C3-424D-99AE-756FF1C0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5013B98-5FD7-423F-AAF6-862EABD4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F60779C-4073-42B0-B9CA-541E2424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63221B6-0162-484A-A67D-11C9C0EC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C1CA3C8-C7EB-4E07-BABD-365F9107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udança semântica exige outro controle — Manter nome e tipo não impede delivered_revenue de mudar silenciosam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bbf34ea404f3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4E67B4-AA4D-4B6E-B058-5C08627B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1A0EE37-D0E1-4E01-9119-2F0CC6A7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1256C9-F5A1-4108-BFF9-76B49C03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6938605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AC1E73-2308-48B5-B1D0-93DE1C7D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Mudança semântica exige outro controle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81E5FD23-5FF8-4B61-A0AD-C51B64AF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Schema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9124378A-7B51-42B7-8D8D-96DE652E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Teste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971C46EE-D2BB-4865-8EC8-4153F1ED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Valor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93513AA2-57B5-473D-9219-3333D201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Consumidor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140AB658-C50E-4491-8035-6BE736C9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26E3283-F9A8-46C4-B5EA-1E3245E7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Mudança semântica exige outro controle — Schem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2ff81d9c54ee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759A002-CCD3-4502-9E70-C47D54B9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3C12CE5C-6027-4259-88C7-959BCD68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48AD50-FF61-427C-BE38-D0931E16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789760645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D88488-A26A-462F-BEDC-0D4C0229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42F900CD-7F2D-4066-B2C6-2F36CCDE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231C5424-0F2B-4BAF-AFFE-27A41321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05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F8E5095A-E989-44A9-9507-F9F55B07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EE970B2-2BB5-475D-9216-B1F2177A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C1DD1D5-2C1E-4E9F-9470-9C47451E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05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5136a70fb4ce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81B5966-3A2D-4775-8A95-51FDE285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25386D0-2D5E-43C5-9971-706F7B44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C7CE80-D855-407D-A3CF-BB9F02F6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527783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04BF86-481F-4148-BD6F-3B09324F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456D513-856B-4FDE-8823-9329E8B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257A440-535E-47C6-A801-A7E5AFF5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Cópia temporária do projeto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4F48ED04-04B8-4D6E-97FF-9E168A75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FE8FD05-703E-47BE-9EBA-2C385151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2B9E01A-28CB-45D1-814D-3970B423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customer_id removido da v2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57C7047-DEFD-4A3D-B799-93243B7C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A33E68D-8919-49DB-8ED9-D34CE18C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91609A1-E711-4D12-9369-10B975E4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Build específico retorna falha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E0760AF-F10E-4A9D-8BD8-F52E8127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66EB5D9-F77F-48C3-99F3-4219FB71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faec8c32943b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E29A30C-002C-4B6A-9BF6-55E66693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8DE28DD9-3C45-4E15-9413-65516F1C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A98061-C60E-4FA4-AAC5-0F5CB0B6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955877177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8FE9588-014E-4434-BB81-FD6577AB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8B1EC2DD-43DA-44E7-B091-49899BB3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Breaking change bloqueada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693C7DDF-B57E-4AF9-A3BD-685169AE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05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7E3D1E3-560F-4F33-8D56-1979FF95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6BD87C7-1D1E-407D-9867-B02F058D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DC7CE86-A128-4357-873C-C771AC6E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1492561-AA16-4191-A7D8-EA0EBCA4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Breaking change bloquead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1737b4d674c9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4F64311-3C58-4699-BE59-FA3763CF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37E81EAE-9FB4-4A7D-898C-B12AB494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3B8C9A-A0D8-48F3-87A8-C1538BAB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12183363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6DFB46-74FC-40CB-BECA-62EB3DE0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13837D4-E9BC-4067-AA54-A3F7CD8B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936A3B1-738A-40BB-9806-C4672462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migração explícita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F5FC217-C058-4B2D-BAFF-D6AB18F8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BEC0C84-96FA-402A-9EB7-EAE5822B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8A2EF7A-DC73-4C07-9A1D-B1F889A0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falha antecipada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A9FA57DC-E451-4685-931E-5CA26308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DBB19F1-5F5B-44C5-B978-23C801F9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B133E6F1-79F7-45B3-AEBA-878A4D6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schema previsível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AEB7C9E-AE0F-46CC-B61F-BCFCDF7E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6A55BC5-012E-47F7-AEA6-E11D5F57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16b1e511942f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371BBE-8044-4E27-86E1-B8FB74FD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AF441317-3F0D-439D-BBE9-7E1420F8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AAC782-B140-45CB-AD54-1EA0ED53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1719683764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3C2D51F-7AD7-4750-89CF-5B1F259D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v1 + v2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B9FC115C-937C-448B-9C5A-54D0F13B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coexistem durante a migração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2E1751F2-B509-4218-807A-991B6D7C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12910615-37E4-4013-BF5B-0968AFC9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Evidência do laboratório; sem porcentagem comercial.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2CF2EC4-B311-4C54-94DC-662043F0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B0DBC56-6EBF-470E-90EE-5632A271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v1 + v2 — coexistem durante a migraçã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4f4cd2504411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D0CC824-F66B-4474-9DAC-A1EC5DBC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522F811-A1D3-47D9-ACAE-4ACBE4FC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32831C-9402-4A3E-B5BF-91532C8F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62656898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3A500D-F4F1-4A3A-A26A-9AC1F4EC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C7E6C598-FEE4-4A95-9FD5-5CD18D1C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Constraints variam por adaptador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Contrato não detecta toda lógica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Versões duplicadas têm custo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13CCEC4-5E99-4A80-BF3D-84E15343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89B9787-964E-4ED9-A07C-B2A1F07C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Constraints variam por adaptado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313acc1eb4a4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5BC5FE7-6145-439A-95A8-5ECD0242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59E5C5F-167A-4A6D-8CB4-6DBEEECE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0D7EA6-87CE-4F6B-A093-A36BC183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1388795681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06284C5B-1974-4580-BE24-86210102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6360D53D-43B2-4F1D-896E-78279259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Melhorias futuras não justificam migrar um contrato estável para runtime beta.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DB0CFE68-D9DF-4865-9AB0-D86572E3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82A23D2-AB9F-4CDF-AA0C-D08D0580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4CA78AA-53BB-461A-823B-5DD3EA28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A02CA44-EEB4-47CD-B466-06374EF6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5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3EDAAA7-A13E-4BA3-B5E1-8F88CBCD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Melhorias futuras não justificam migrar um contrato estável para runtime bet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47d2d6dd3445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AFB402C-1450-429D-80D1-72870228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1E192E3D-8A34-4062-82A6-65CF9182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E59DF7-2B5A-41CF-A804-F4CEED93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5097296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BE99754B-1FD7-450E-B9C6-C0AD3EB2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FBF3E4C6-D506-4A0B-BEB0-14B88334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Simule a remoção de uma coluna pública e verifique se a CI bloqueia.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56632822-AB9A-420E-8D0D-55465AE5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05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C9751A49-EAB4-4F79-8C28-D943DEBA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5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899D660-042B-4825-9F86-D3DB920C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Simule a remoção de uma coluna pública e verifique se a CI bloquei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a43847de864f6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716BFA3-FB9B-4A37-8021-D8BD55AC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6B219CD-2546-4F14-ACAF-478B3050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42C6C1-6B14-47D4-906B-6AD2A64D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16140973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2026-09-02T16:14:51.1310000Z</dcterms:created>
  <dcterms:modified xsi:type="dcterms:W3CDTF">2026-09-02T16:14:51.1310000Z</dcterms:modified>
</coreProperties>
</file>