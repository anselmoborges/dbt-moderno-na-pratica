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7a5c2e96ef4af9" /><Relationship Type="http://schemas.openxmlformats.org/officeDocument/2006/relationships/extended-properties" Target="/docProps/app.xml" Id="R4a84ace4943c47c9" /><Relationship Type="http://schemas.openxmlformats.org/officeDocument/2006/relationships/officeDocument" Target="/ppt/presentation.xml" Id="Rd90cec06cd6c48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69b5d0d9474189"/>
    <p:sldMasterId xmlns:r="http://schemas.openxmlformats.org/officeDocument/2006/relationships" id="2147483650" r:id="R282e7f3a52d6447b"/>
  </p:sldMasterIdLst>
  <p:notesMasterIdLst>
    <p:notesMasterId xmlns:r="http://schemas.openxmlformats.org/officeDocument/2006/relationships" r:id="Rc98b8335e7bc457b"/>
  </p:notesMasterIdLst>
  <p:sldIdLst>
    <p:sldId xmlns:r="http://schemas.openxmlformats.org/officeDocument/2006/relationships" id="256" r:id="Rc03ccbae99764a4c"/>
    <p:sldId xmlns:r="http://schemas.openxmlformats.org/officeDocument/2006/relationships" id="257" r:id="R4ddc7bd4fb6942bb"/>
    <p:sldId xmlns:r="http://schemas.openxmlformats.org/officeDocument/2006/relationships" id="258" r:id="Rf38eb73f979f4d08"/>
    <p:sldId xmlns:r="http://schemas.openxmlformats.org/officeDocument/2006/relationships" id="259" r:id="R810094c1372f459e"/>
    <p:sldId xmlns:r="http://schemas.openxmlformats.org/officeDocument/2006/relationships" id="260" r:id="R4054c874709f473a"/>
    <p:sldId xmlns:r="http://schemas.openxmlformats.org/officeDocument/2006/relationships" id="261" r:id="Rba52f7b43f5b4ae3"/>
    <p:sldId xmlns:r="http://schemas.openxmlformats.org/officeDocument/2006/relationships" id="262" r:id="Re6ef36ec89b34ac5"/>
    <p:sldId xmlns:r="http://schemas.openxmlformats.org/officeDocument/2006/relationships" id="263" r:id="Rea74f07345d44153"/>
    <p:sldId xmlns:r="http://schemas.openxmlformats.org/officeDocument/2006/relationships" id="264" r:id="R1276d7bf5cb048db"/>
    <p:sldId xmlns:r="http://schemas.openxmlformats.org/officeDocument/2006/relationships" id="265" r:id="R093df43a20a14271"/>
    <p:sldId xmlns:r="http://schemas.openxmlformats.org/officeDocument/2006/relationships" id="266" r:id="R380636d5f9c84d63"/>
    <p:sldId xmlns:r="http://schemas.openxmlformats.org/officeDocument/2006/relationships" id="267" r:id="Rb3909d0f3ad64534"/>
    <p:sldId xmlns:r="http://schemas.openxmlformats.org/officeDocument/2006/relationships" id="268" r:id="R5cd87bd12c064274"/>
    <p:sldId xmlns:r="http://schemas.openxmlformats.org/officeDocument/2006/relationships" id="269" r:id="R269206fb794249bf"/>
    <p:sldId xmlns:r="http://schemas.openxmlformats.org/officeDocument/2006/relationships" id="270" r:id="Rc0f4929939f54220"/>
    <p:sldId xmlns:r="http://schemas.openxmlformats.org/officeDocument/2006/relationships" id="271" r:id="Rcf5906bd93af41f5"/>
    <p:sldId xmlns:r="http://schemas.openxmlformats.org/officeDocument/2006/relationships" id="272" r:id="R1e58d59f1b664415"/>
    <p:sldId xmlns:r="http://schemas.openxmlformats.org/officeDocument/2006/relationships" id="273" r:id="R38bd96e0dc664c4d"/>
    <p:sldId xmlns:r="http://schemas.openxmlformats.org/officeDocument/2006/relationships" id="274" r:id="R8f89021e6a1e42d0"/>
    <p:sldId xmlns:r="http://schemas.openxmlformats.org/officeDocument/2006/relationships" id="275" r:id="Rcd690e52f38e47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ab1340505a4414" /><Relationship Type="http://schemas.openxmlformats.org/officeDocument/2006/relationships/slideMaster" Target="/ppt/slideMasters/slideMaster1.xml" Id="R8069b5d0d9474189" /><Relationship Type="http://schemas.openxmlformats.org/officeDocument/2006/relationships/slideMaster" Target="/ppt/slideMasters/slideMaster2.xml" Id="R282e7f3a52d6447b" /><Relationship Type="http://schemas.openxmlformats.org/officeDocument/2006/relationships/notesMaster" Target="/ppt/notesMasters/notesMaster1.xml" Id="Rc98b8335e7bc457b" /><Relationship Type="http://schemas.openxmlformats.org/officeDocument/2006/relationships/presProps" Target="/ppt/presProps.xml" Id="R5b9761b6f1844b5d" /><Relationship Type="http://schemas.openxmlformats.org/officeDocument/2006/relationships/tableStyles" Target="/ppt/tableStyles.xml" Id="Ra17967cfe37348cb" /><Relationship Type="http://schemas.openxmlformats.org/officeDocument/2006/relationships/slide" Target="/ppt/slides/slide1.xml" Id="Rc03ccbae99764a4c" /><Relationship Type="http://schemas.openxmlformats.org/officeDocument/2006/relationships/slide" Target="/ppt/slides/slide2.xml" Id="R4ddc7bd4fb6942bb" /><Relationship Type="http://schemas.openxmlformats.org/officeDocument/2006/relationships/slide" Target="/ppt/slides/slide3.xml" Id="Rf38eb73f979f4d08" /><Relationship Type="http://schemas.openxmlformats.org/officeDocument/2006/relationships/slide" Target="/ppt/slides/slide4.xml" Id="R810094c1372f459e" /><Relationship Type="http://schemas.openxmlformats.org/officeDocument/2006/relationships/slide" Target="/ppt/slides/slide5.xml" Id="R4054c874709f473a" /><Relationship Type="http://schemas.openxmlformats.org/officeDocument/2006/relationships/slide" Target="/ppt/slides/slide6.xml" Id="Rba52f7b43f5b4ae3" /><Relationship Type="http://schemas.openxmlformats.org/officeDocument/2006/relationships/slide" Target="/ppt/slides/slide7.xml" Id="Re6ef36ec89b34ac5" /><Relationship Type="http://schemas.openxmlformats.org/officeDocument/2006/relationships/slide" Target="/ppt/slides/slide8.xml" Id="Rea74f07345d44153" /><Relationship Type="http://schemas.openxmlformats.org/officeDocument/2006/relationships/slide" Target="/ppt/slides/slide9.xml" Id="R1276d7bf5cb048db" /><Relationship Type="http://schemas.openxmlformats.org/officeDocument/2006/relationships/slide" Target="/ppt/slides/slide10.xml" Id="R093df43a20a14271" /><Relationship Type="http://schemas.openxmlformats.org/officeDocument/2006/relationships/slide" Target="/ppt/slides/slide11.xml" Id="R380636d5f9c84d63" /><Relationship Type="http://schemas.openxmlformats.org/officeDocument/2006/relationships/slide" Target="/ppt/slides/slide12.xml" Id="Rb3909d0f3ad64534" /><Relationship Type="http://schemas.openxmlformats.org/officeDocument/2006/relationships/slide" Target="/ppt/slides/slide13.xml" Id="R5cd87bd12c064274" /><Relationship Type="http://schemas.openxmlformats.org/officeDocument/2006/relationships/slide" Target="/ppt/slides/slide14.xml" Id="R269206fb794249bf" /><Relationship Type="http://schemas.openxmlformats.org/officeDocument/2006/relationships/slide" Target="/ppt/slides/slide15.xml" Id="Rc0f4929939f54220" /><Relationship Type="http://schemas.openxmlformats.org/officeDocument/2006/relationships/slide" Target="/ppt/slides/slide16.xml" Id="Rcf5906bd93af41f5" /><Relationship Type="http://schemas.openxmlformats.org/officeDocument/2006/relationships/slide" Target="/ppt/slides/slide17.xml" Id="R1e58d59f1b664415" /><Relationship Type="http://schemas.openxmlformats.org/officeDocument/2006/relationships/slide" Target="/ppt/slides/slide18.xml" Id="R38bd96e0dc664c4d" /><Relationship Type="http://schemas.openxmlformats.org/officeDocument/2006/relationships/slide" Target="/ppt/slides/slide19.xml" Id="R8f89021e6a1e42d0" /><Relationship Type="http://schemas.openxmlformats.org/officeDocument/2006/relationships/slide" Target="/ppt/slides/slide20.xml" Id="Rcd690e52f38e47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039ac8d4075749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c4740b3f9a4a77" /><Relationship Type="http://schemas.openxmlformats.org/officeDocument/2006/relationships/notesMaster" Target="/ppt/notesMasters/notesMaster1.xml" Id="R0a65e17fc9f54e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0479033c124295" /><Relationship Type="http://schemas.openxmlformats.org/officeDocument/2006/relationships/notesMaster" Target="/ppt/notesMasters/notesMaster1.xml" Id="Rf2860b1ccf3f49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3b71ffb6264b88" /><Relationship Type="http://schemas.openxmlformats.org/officeDocument/2006/relationships/notesMaster" Target="/ppt/notesMasters/notesMaster1.xml" Id="R00cb8f1550e34a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e703b5f6984618" /><Relationship Type="http://schemas.openxmlformats.org/officeDocument/2006/relationships/notesMaster" Target="/ppt/notesMasters/notesMaster1.xml" Id="R959a30712f314a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bbf35ed3b24821" /><Relationship Type="http://schemas.openxmlformats.org/officeDocument/2006/relationships/notesMaster" Target="/ppt/notesMasters/notesMaster1.xml" Id="Ra72fd6f2b9ac49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6fde8b19f64623" /><Relationship Type="http://schemas.openxmlformats.org/officeDocument/2006/relationships/notesMaster" Target="/ppt/notesMasters/notesMaster1.xml" Id="R3cf90640f1e041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f169db7f984f3e" /><Relationship Type="http://schemas.openxmlformats.org/officeDocument/2006/relationships/notesMaster" Target="/ppt/notesMasters/notesMaster1.xml" Id="R71406d71069e45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c168b4f2dd43a6" /><Relationship Type="http://schemas.openxmlformats.org/officeDocument/2006/relationships/notesMaster" Target="/ppt/notesMasters/notesMaster1.xml" Id="R2a134c905d2b42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b9520870bd24948" /><Relationship Type="http://schemas.openxmlformats.org/officeDocument/2006/relationships/notesMaster" Target="/ppt/notesMasters/notesMaster1.xml" Id="R8d7d8a26702146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997daccf55947d5" /><Relationship Type="http://schemas.openxmlformats.org/officeDocument/2006/relationships/notesMaster" Target="/ppt/notesMasters/notesMaster1.xml" Id="R262c80b4943940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c35baa7755344e9" /><Relationship Type="http://schemas.openxmlformats.org/officeDocument/2006/relationships/notesMaster" Target="/ppt/notesMasters/notesMaster1.xml" Id="R19fef9d5cbc74b4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b74f2fdb9314de7" /><Relationship Type="http://schemas.openxmlformats.org/officeDocument/2006/relationships/notesMaster" Target="/ppt/notesMasters/notesMaster1.xml" Id="R78f70167e54f413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bdaa693a1454296" /><Relationship Type="http://schemas.openxmlformats.org/officeDocument/2006/relationships/notesMaster" Target="/ppt/notesMasters/notesMaster1.xml" Id="R74badcf5008b4f9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f3215aa895e48a7" /><Relationship Type="http://schemas.openxmlformats.org/officeDocument/2006/relationships/notesMaster" Target="/ppt/notesMasters/notesMaster1.xml" Id="Rb76f8fefb26d424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7e176f7411b4a31" /><Relationship Type="http://schemas.openxmlformats.org/officeDocument/2006/relationships/notesMaster" Target="/ppt/notesMasters/notesMaster1.xml" Id="R69ce47655de6411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5e5adea313e4759" /><Relationship Type="http://schemas.openxmlformats.org/officeDocument/2006/relationships/notesMaster" Target="/ppt/notesMasters/notesMaster1.xml" Id="R17cc47f26b7a4eb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76cbf7875c846e7" /><Relationship Type="http://schemas.openxmlformats.org/officeDocument/2006/relationships/notesMaster" Target="/ppt/notesMasters/notesMaster1.xml" Id="R74be508cfc6b4b0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c150f2293c244df" /><Relationship Type="http://schemas.openxmlformats.org/officeDocument/2006/relationships/notesMaster" Target="/ppt/notesMasters/notesMaster1.xml" Id="R308fa24516b74b3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ea7125f1dd84e06" /><Relationship Type="http://schemas.openxmlformats.org/officeDocument/2006/relationships/notesMaster" Target="/ppt/notesMasters/notesMaster1.xml" Id="R5ae0b071e03746a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1f540bb1da640f1" /><Relationship Type="http://schemas.openxmlformats.org/officeDocument/2006/relationships/notesMaster" Target="/ppt/notesMasters/notesMaster1.xml" Id="R254549a869e943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5 do dbt Moderno na Prática. Hoje vamos trabalhar o tema “Contratos e versões: Gold como API”. Bloqueie quebra estrutural antes do consumidor.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05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“Se um dashboard ou agente depende da Gold, ela já é uma API.”.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Se um dashboard ou agente depende da Gold, ela já é uma API.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aplicar contract, Coexistir v1 e v2 e Provar um breaking change bloqueado.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“Contrato protege forma, não verdade”.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Nomes e tipos podem estar corretos enquanto a regra de negócio está errada. Para tornar isso concreto, observe schema esperado, Tipos coerentes e Comportamento testado separadamente.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“Contrate o limite público”.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Interfaces críticas merecem rigidez; staging ainda precisa evoluir. Para tornar isso concreto, observe dashboard, API, Outro domínio e Agente.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“Contrate o limite público”.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Interfaces críticas merecem rigidez; staging ainda precisa evoluir. Siga a composição na ordem mostrada e conecte privado, Contrato e Público.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“Versão é para mudança incompatível”.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Remover coluna pede nova versão; adicionar coluna costuma ser compatível. Para tornar isso concreto, observe v1 continua ativa, v2 vira latest e Consumidores migram com prazo.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“Versão é para mudança incompatível”.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Remover coluna pede nova versão; adicionar coluna costuma ser compatível. Siga a composição na ordem mostrada e conecte v1, v2, v1 continua ativa, v2 vira latest e Consumidores migram com prazo.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“Depreciação precisa de saída”.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Versão sem owner, consumidor e data vira dívida permanente. Para tornar isso concreto, observe publicação, Aviso, Fim do suporte e Remoção.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“Depreciação precisa de saída”.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Versão sem owner, consumidor e data vira dívida permanente. Siga a composição na ordem mostrada e conecte publicar, Avisar, Migrar e Remover.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“Mudança semântica exige outro controle”.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Manter nome e tipo não impede delivered_revenue de mudar silenciosamente. Para tornar isso concreto, observe unit test, Data test, Ground truth e Changelog.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“Mudança semântica exige outro controle”.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Manter nome e tipo não impede delivered_revenue de mudar silenciosamente. Siga a composição na ordem mostrada e conecte schema, Teste, Valor e Consumidor.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05.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cópia temporária do projeto, customer_id removido da v2 e Build específico retorna falha.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Breaking change bloqueada. Esse resultado confirma que a etapa executada produziu a evidência esperada para o checkpoint 05.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migração explícita, FinOps: falha antecipada e IA: schema previsível.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“v1 + v2”.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v1 + v2: coexistem durante a migração. O número ajuda a dimensionar o exemplo, mas precisa ser lido com a ressalva correta. Evidência do laboratório; sem porcentagem comercial.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constraints variam por adaptador, Contrato não detecta toda lógica e Versões duplicadas têm custo.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Melhorias futuras não justificam migrar um contrato estável para runtime beta.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Simule a remoção de uma coluna pública e verifique se a CI bloqueia.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608c0898d44ff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f9633c211c049a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14a44858e6f45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981a53775a4ee2" /><Relationship Type="http://schemas.openxmlformats.org/officeDocument/2006/relationships/slideLayout" Target="/ppt/slideLayouts/slideLayout1.xml" Id="Re7b899b4fbea437d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094d223352d54967" /><Relationship Type="http://schemas.openxmlformats.org/officeDocument/2006/relationships/slideLayout" Target="/ppt/slideLayouts/slideLayout2.xml" Id="R0adc34f906674027" /><Relationship Type="http://schemas.openxmlformats.org/officeDocument/2006/relationships/slideLayout" Target="/ppt/slideLayouts/slideLayout3.xml" Id="R2435d980426f45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b899b4fbea43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0adc34f906674027"/>
    <p:sldLayoutId xmlns:r="http://schemas.openxmlformats.org/officeDocument/2006/relationships" id="2147483652" r:id="R2435d980426f45db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48fb4640f2454d" /><Relationship Type="http://schemas.openxmlformats.org/officeDocument/2006/relationships/image" Target="/ppt/media/image.jpeg" Id="R56d52c9f61364f28" /><Relationship Type="http://schemas.openxmlformats.org/officeDocument/2006/relationships/notesSlide" Target="/ppt/notesSlides/notesSlide1.xml" Id="Rf2ce174209904b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3e5280c5812491b" /><Relationship Type="http://schemas.openxmlformats.org/officeDocument/2006/relationships/image" Target="/ppt/media/image.png" Id="R31768f2f61374167" /><Relationship Type="http://schemas.openxmlformats.org/officeDocument/2006/relationships/notesSlide" Target="/ppt/notesSlides/notesSlide2.xml" Id="R0de3271665a44a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6f528507bb418e" /><Relationship Type="http://schemas.openxmlformats.org/officeDocument/2006/relationships/notesSlide" Target="/ppt/notesSlides/notesSlide3.xml" Id="R1e39f44d43f54c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571b9c42d04dbb" /><Relationship Type="http://schemas.openxmlformats.org/officeDocument/2006/relationships/notesSlide" Target="/ppt/notesSlides/notesSlide4.xml" Id="Re15c5be6b96d4b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51ffb2a6a7c47f2" /><Relationship Type="http://schemas.openxmlformats.org/officeDocument/2006/relationships/notesSlide" Target="/ppt/notesSlides/notesSlide5.xml" Id="Ree5d7eb9427943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0a192409e6452b" /><Relationship Type="http://schemas.openxmlformats.org/officeDocument/2006/relationships/notesSlide" Target="/ppt/notesSlides/notesSlide6.xml" Id="R73d2590160b44b0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2b656934934388" /><Relationship Type="http://schemas.openxmlformats.org/officeDocument/2006/relationships/notesSlide" Target="/ppt/notesSlides/notesSlide7.xml" Id="R9bf3de2109f94d9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7ef5bd3f90d4460" /><Relationship Type="http://schemas.openxmlformats.org/officeDocument/2006/relationships/notesSlide" Target="/ppt/notesSlides/notesSlide8.xml" Id="Rc4c8c68c999b45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3a191b330234743" /><Relationship Type="http://schemas.openxmlformats.org/officeDocument/2006/relationships/notesSlide" Target="/ppt/notesSlides/notesSlide9.xml" Id="R1992490d7b3a45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675a4747944c44" /><Relationship Type="http://schemas.openxmlformats.org/officeDocument/2006/relationships/notesSlide" Target="/ppt/notesSlides/notesSlide10.xml" Id="R6326f622508d4d0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2ee9daac344118" /><Relationship Type="http://schemas.openxmlformats.org/officeDocument/2006/relationships/notesSlide" Target="/ppt/notesSlides/notesSlide11.xml" Id="R2f4f22c54da542a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c0438dbe3d0412f" /><Relationship Type="http://schemas.openxmlformats.org/officeDocument/2006/relationships/notesSlide" Target="/ppt/notesSlides/notesSlide12.xml" Id="Re31586a4cca945e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80440f742c4eaf" /><Relationship Type="http://schemas.openxmlformats.org/officeDocument/2006/relationships/notesSlide" Target="/ppt/notesSlides/notesSlide13.xml" Id="Rdd1c5b6135a740f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f15bb617f0b4854" /><Relationship Type="http://schemas.openxmlformats.org/officeDocument/2006/relationships/notesSlide" Target="/ppt/notesSlides/notesSlide14.xml" Id="R8e42446f02e3493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c085a1191049b8" /><Relationship Type="http://schemas.openxmlformats.org/officeDocument/2006/relationships/notesSlide" Target="/ppt/notesSlides/notesSlide15.xml" Id="Raafe63131a58439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11e96b1d4c242cf" /><Relationship Type="http://schemas.openxmlformats.org/officeDocument/2006/relationships/notesSlide" Target="/ppt/notesSlides/notesSlide16.xml" Id="Ra20c9d0af573450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ad760af17e4e34" /><Relationship Type="http://schemas.openxmlformats.org/officeDocument/2006/relationships/notesSlide" Target="/ppt/notesSlides/notesSlide17.xml" Id="Rfe4c72b463144b5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89b41faa4c4212" /><Relationship Type="http://schemas.openxmlformats.org/officeDocument/2006/relationships/notesSlide" Target="/ppt/notesSlides/notesSlide18.xml" Id="R93630a52a42e430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192d0518c04ac8" /><Relationship Type="http://schemas.openxmlformats.org/officeDocument/2006/relationships/notesSlide" Target="/ppt/notesSlides/notesSlide19.xml" Id="R683e800659b044f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7dab81226944030" /><Relationship Type="http://schemas.openxmlformats.org/officeDocument/2006/relationships/notesSlide" Target="/ppt/notesSlides/notesSlide20.xml" Id="R0a88d0ac42ba467b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EPISÓDIO 5 — Contratos e versões: Gold como API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d52c9f61364f28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4C35978A-17FB-4941-A45D-D3D9B3B4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86BFB43C-BCD2-4B47-8C51-3C8D64E2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2ECDAF65-2EA3-4D49-8A2D-72687896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5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0DDECD7-363B-4353-BBD2-E9B21782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Contratos e versões: Gold como API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03FC72D-1E6C-4EFF-9725-DB2343BD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Bloqueie quebra estrutural antes do consumidor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981E8E34-61F3-4466-A323-C786BE96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1563830E-9D30-4E2A-8DAC-73FD3A81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05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5966093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6735AE39-C593-4F33-966C-6DD60A78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5334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Se um dashboard ou agente depende da Gold, ela já é uma API.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012BDCC9-A2B0-4C7B-86BB-AEDFFD84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E90CCBC0-D4AD-415E-9E70-FA18F6E4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34943D41-43C1-4C10-9F04-6237859DC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952500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Se um dashboard ou agente depende da Gold, ela já é uma API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768f2f61374167"/>
          <a:stretch xmlns:a="http://schemas.openxmlformats.org/drawingml/2006/main"/>
        </p:blipFill>
        <p:spPr>
          <a:xfrm xmlns:a="http://schemas.openxmlformats.org/drawingml/2006/main">
            <a:off x="6858000" y="2289421"/>
            <a:ext cx="4191000" cy="1841008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AF5C7BF9-87D5-4617-8BD4-C8610EF9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1444AEE-1AE9-451C-9B99-ED7EB757F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75CF79BE-4CA2-450B-BDF3-9934F335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86A3E9A-E51E-451F-AEA1-3DC3D1DE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1561403474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F481E7-8952-42CC-9199-20FC69A3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5D93D28C-237F-4A7E-8D5F-8B6C7810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9529C2B4-51DA-4FBE-892E-4102F391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Aplicar contract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3B19925D-C25A-453C-A84F-54AB3242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39ED8BFA-4522-4A5B-A475-EFFD71E6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BCC300CF-BD59-47D3-A7DF-3626F430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Coexistir v1 e v2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CA49675A-4DC9-4CFF-8E1B-EA86CEAB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01EE14EC-573C-49A9-BFFB-981433B2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0E851421-890B-473D-8A6E-AC9167CB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Provar um breaking change bloqueado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A860F7FA-2C1B-4E1E-AD4F-94560CBC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1C120E8-04C0-49B2-A3C2-DD44393E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7FD69E99-62AB-450F-8C26-988A5D8A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30A2E8F-71D0-45AA-B1D6-7F8D7B19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3/20</a:t>
            </a:r>
          </a:p>
        </p:txBody>
      </p:sp>
    </p:spTree>
    <p:extLst>
      <p:ext uri="{BB962C8B-B14F-4D97-AF65-F5344CB8AC3E}">
        <p14:creationId xmlns:p14="http://schemas.microsoft.com/office/powerpoint/2010/main" val="1207628426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EBB667-5660-402D-8E83-381946A26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Contrato protege forma, não verdade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94FDB9E-BDC4-430C-B04A-09DE614A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Nomes e tipos podem estar corretos enquanto a regra de negócio está errada.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F27B1501-AD13-4A38-990F-B27F64A6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Schema esperado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Tipos coerentes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Comportamento testado separadamente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FFB12BF-B799-4F33-A5C4-B07A1625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866BD85-AEE4-4856-BD6E-9625CF72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F257390D-8CCA-490F-B54D-D6E48757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E972D5FE-01C8-43FB-926A-BA0CC70AA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A868693-8215-4F89-BBEA-2B2D50CC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A9DB125D-52F5-4979-BFED-5BF543D9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5253456-789E-45FD-9374-EBA06B1C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4/20</a:t>
            </a:r>
          </a:p>
        </p:txBody>
      </p:sp>
    </p:spTree>
    <p:extLst>
      <p:ext uri="{BB962C8B-B14F-4D97-AF65-F5344CB8AC3E}">
        <p14:creationId xmlns:p14="http://schemas.microsoft.com/office/powerpoint/2010/main" val="10740945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304EE4-FC0D-4BEE-8C6A-FBDAC03D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Contrate o limite público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86736DF-8DC7-471D-9A09-A03AE1D5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Interfaces críticas merecem rigidez; staging ainda precisa evoluir.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00946014-E362-4891-BC0C-418E6452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Dashboard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API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Outro domínio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Agente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038DCFD-B534-4AA1-9453-88CA0883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DA6B7C72-9B34-45D5-A461-614B04BF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BA29B319-3FAA-4975-8FB6-8623D961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0DE7D834-6E57-41DC-8B69-14A69F70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117965F-55B9-4D97-BEAC-2FE7F4D9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728BCA8B-8481-403D-A8B1-9E05FC09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3233146-6F51-4A1B-A4E5-856033DF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5/20</a:t>
            </a:r>
          </a:p>
        </p:txBody>
      </p:sp>
    </p:spTree>
    <p:extLst>
      <p:ext uri="{BB962C8B-B14F-4D97-AF65-F5344CB8AC3E}">
        <p14:creationId xmlns:p14="http://schemas.microsoft.com/office/powerpoint/2010/main" val="477746742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0F9BAE6-A593-4112-8453-E76B6A1A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Contrate o limite público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35AAF6F9-43D6-44A0-841A-CABD9947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334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Privado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67CE2BA7-EE8C-470A-8E48-110159B8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2775" y="3429000"/>
            <a:ext cx="334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Contrato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DB092ECA-EB32-4768-A772-E31E54F2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5925" y="3429000"/>
            <a:ext cx="334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Público</a:t>
            </a:r>
          </a:p>
        </p:txBody>
      </p:sp>
      <p:cxnSp>
        <p:nvCxnSpPr>
          <p:cNvPr id="21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15607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2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776922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37959B4A-81C3-45C1-85F0-A392718F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FF2583A-5450-4F3F-9F53-760E903F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FFA7C502-5D5C-4639-BDED-9FFBA966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1969C46-4F80-48AA-AD37-B2A253D9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6/20</a:t>
            </a:r>
          </a:p>
        </p:txBody>
      </p:sp>
    </p:spTree>
    <p:extLst>
      <p:ext uri="{BB962C8B-B14F-4D97-AF65-F5344CB8AC3E}">
        <p14:creationId xmlns:p14="http://schemas.microsoft.com/office/powerpoint/2010/main" val="1701254513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9AFD03C-53D1-4A18-B52F-E05D0B96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Versão é para mudança incompatível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8A8C437-89D4-477C-B893-34D5A149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Remover coluna pede nova versão; adicionar coluna costuma ser compatível.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2ACDC49A-F8E5-4B5F-B615-081E02A7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v1 continua ativa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v2 vira latest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Consumidores migram com prazo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6F88993-948A-4D1B-A0FA-AA67FF76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3FB3038-B492-4500-9287-DCB73B29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BF1672E-0CC7-4BCB-9B7F-A9BADDE2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814152BA-801B-4525-AE9B-50DAB92A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7C4C952-FACC-4392-BA08-FE75E861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526A79D-11D4-4597-93D7-46A92C55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200EBED-937C-450F-98D1-3DA0845F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7/20</a:t>
            </a:r>
          </a:p>
        </p:txBody>
      </p:sp>
    </p:spTree>
    <p:extLst>
      <p:ext uri="{BB962C8B-B14F-4D97-AF65-F5344CB8AC3E}">
        <p14:creationId xmlns:p14="http://schemas.microsoft.com/office/powerpoint/2010/main" val="8653054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1F760FB-7F7C-4E23-BDE1-7E87BBA5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Versão é para mudança incompatível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23FED759-C306-4A18-BB07-24509847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v1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B0F7D172-68C7-435F-B0E3-E7FC79E9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v2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7123BABE-F370-4490-B13F-3D8D1AD7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99B53FC9-10BE-467F-A025-BE64D128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v1 continua ativa</a:t>
            </a:r>
          </a:p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v2 vira latest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46023E8F-4B4B-4B15-BD5F-41550E1E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Consumidores migram com prazo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4432901-7EDF-4F2D-9B17-92F28577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BB4D7FA-C965-4C23-8E41-C2A8EC44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24461585-3C18-44AE-A654-B7D00800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6F55993-C415-4A39-A4DF-EA59787B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8/20</a:t>
            </a:r>
          </a:p>
        </p:txBody>
      </p:sp>
    </p:spTree>
    <p:extLst>
      <p:ext uri="{BB962C8B-B14F-4D97-AF65-F5344CB8AC3E}">
        <p14:creationId xmlns:p14="http://schemas.microsoft.com/office/powerpoint/2010/main" val="13808663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E85A37-1895-4D2B-973D-FF4F9A6E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Depreciação precisa de saída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5EF640B-F074-4F63-90F9-85E48A3F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Versão sem owner, consumidor e data vira dívida permanente.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2B80832A-C6E1-4E23-A375-A335AD85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Publicação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Aviso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Fim do suporte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Remoção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8115C7F-74F2-46B8-8DE5-07019E29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B97ED4FE-A8E8-463F-80D9-E7C52070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A23BA533-0680-458F-A981-6C953381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B25DDE1-9FF2-400F-BA83-C5D6D4618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AFDEF04-5FEF-40EE-A132-066BCD83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EE45506C-E5FE-4026-B6C9-876A7D7DF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D966E7-4810-4028-B581-140910EA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9/20</a:t>
            </a:r>
          </a:p>
        </p:txBody>
      </p:sp>
    </p:spTree>
    <p:extLst>
      <p:ext uri="{BB962C8B-B14F-4D97-AF65-F5344CB8AC3E}">
        <p14:creationId xmlns:p14="http://schemas.microsoft.com/office/powerpoint/2010/main" val="1812873242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AF2B45-8AAE-4401-A156-1F9ED1FC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Depreciação precisa de saída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441F010E-DBB7-4782-B34B-DAED0B28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2E4E8396-2C26-42BC-AA7F-2D1910DD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Publicar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FE0DDBF7-26EB-4394-AB27-D946E2A0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92BADECA-4299-4C9A-B643-0076B041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5D4C9002-AA01-4627-9797-7DAD21DA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Avisar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59ACEB92-2CB7-46D2-95E9-230F9A6C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D3A48781-95A0-4AD3-904B-DE2FA869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A7794CE9-2F79-4AF0-86F7-F222F4B6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Migrar</a:t>
            </a:r>
          </a:p>
        </p:txBody>
      </p:sp>
      <p:sp>
        <p:nvSpPr>
          <p:cNvPr id="10" name="step-line-3">
            <a:extLst xmlns:a="http://schemas.openxmlformats.org/drawingml/2006/main">
              <a:ext uri="{FF2B5EF4-FFF2-40B4-BE49-F238E27FC236}">
                <a16:creationId xmlns:a16="http://schemas.microsoft.com/office/drawing/2014/main" id="{B07B19DB-C3A3-44DF-A7D9-E93DA4A3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11" name="step-num-4">
            <a:extLst xmlns:a="http://schemas.openxmlformats.org/drawingml/2006/main">
              <a:ext uri="{FF2B5EF4-FFF2-40B4-BE49-F238E27FC236}">
                <a16:creationId xmlns:a16="http://schemas.microsoft.com/office/drawing/2014/main" id="{83112994-94F6-4E22-997E-C5B15DC3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04</a:t>
            </a:r>
          </a:p>
        </p:txBody>
      </p:sp>
      <p:sp>
        <p:nvSpPr>
          <p:cNvPr id="12" name="step-label-4">
            <a:extLst xmlns:a="http://schemas.openxmlformats.org/drawingml/2006/main">
              <a:ext uri="{FF2B5EF4-FFF2-40B4-BE49-F238E27FC236}">
                <a16:creationId xmlns:a16="http://schemas.microsoft.com/office/drawing/2014/main" id="{056B7C8A-D0E6-45F7-A9AD-C1914275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Remover</a:t>
            </a:r>
          </a:p>
        </p:txBody>
      </p:sp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94B7E7C5-1D9A-4132-992F-9EA5E14B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1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FAA76C8-6A74-4818-883D-E25FABF2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04757A05-C017-4092-9882-8C9DF146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58BA0F-6958-465D-B079-4E04967E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10/20</a:t>
            </a:r>
          </a:p>
        </p:txBody>
      </p:sp>
    </p:spTree>
    <p:extLst>
      <p:ext uri="{BB962C8B-B14F-4D97-AF65-F5344CB8AC3E}">
        <p14:creationId xmlns:p14="http://schemas.microsoft.com/office/powerpoint/2010/main" val="1677077178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44D939C-E561-48F5-BBAA-B74C2A9C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Mudança semântica exige outro controle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25E8098-5A4E-43E9-AB09-A466F093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Manter nome e tipo não impede delivered_revenue de mudar silenciosamente.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7E6BD812-6511-4454-9F4E-CBCCAF2D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Unit test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Data test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Ground truth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Changelog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C986E49-F728-4277-9CF0-5EC2F3C9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5BE1306D-6C5C-4823-8EDE-D0E6304A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4993404A-8AF0-4B6A-BDD9-DF7D588A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4D672BB6-5E00-4C57-995D-2185D2FA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402595F-D59E-4F77-805E-F95E1512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A7D0F283-6EF1-46D5-9298-2F7F4399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94312B2-6003-4A1D-9314-0AC286E6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11/20</a:t>
            </a:r>
          </a:p>
        </p:txBody>
      </p:sp>
    </p:spTree>
    <p:extLst>
      <p:ext uri="{BB962C8B-B14F-4D97-AF65-F5344CB8AC3E}">
        <p14:creationId xmlns:p14="http://schemas.microsoft.com/office/powerpoint/2010/main" val="19085639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3656F8-8F53-4402-90B4-41592D8E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Mudança semântica exige outro controle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EFCAB577-C12B-47F5-82AD-4A542F81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Schema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9F1BB7B4-4939-4418-BE45-709336E1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Teste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0D1278C8-9064-46AC-99F0-E1E0F43E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Valor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CF92E08F-32D6-4956-AC64-9A8ED2A2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Consumidor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C0EE92F1-08EF-4B0C-B2E5-6A1938F5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B3D525B-5C0E-44C2-ABD6-E3CA7518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68637C27-17F2-4122-AB8F-20E4B2CD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5484863-70BB-4143-BAA0-0A730659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12/20</a:t>
            </a:r>
          </a:p>
        </p:txBody>
      </p:sp>
    </p:spTree>
    <p:extLst>
      <p:ext uri="{BB962C8B-B14F-4D97-AF65-F5344CB8AC3E}">
        <p14:creationId xmlns:p14="http://schemas.microsoft.com/office/powerpoint/2010/main" val="1928075712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2550668-0DFA-4DE3-9BED-2E34C129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7D3FD94C-A399-4F84-AD4F-13950FBD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CFA23668-6105-4A42-BE73-C717DA7C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05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A579EB31-D815-4426-8040-2A0783E9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EFAB619B-50BE-45D8-8AFE-B877E3AF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9B90E55-8C17-47F4-8F07-B8CD4282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6310E16-0A55-483F-9C53-B6C1E4B1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8F32944-FA47-4A29-BBF1-BFB4050D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13/20</a:t>
            </a:r>
          </a:p>
        </p:txBody>
      </p:sp>
    </p:spTree>
    <p:extLst>
      <p:ext uri="{BB962C8B-B14F-4D97-AF65-F5344CB8AC3E}">
        <p14:creationId xmlns:p14="http://schemas.microsoft.com/office/powerpoint/2010/main" val="33319273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482193-074B-4E48-BE78-D69D7701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DE4347BF-38EA-4F3E-A6E5-F78DF3C7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B9B37E7B-5550-41C2-BC04-63F190F3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Cópia temporária do projeto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E25EF49E-C198-49EB-90BE-8A8950DF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5B68AE1F-2C8D-4CCA-87E8-CC53D773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AC290B61-AB4C-425E-A54F-5DC9D7F8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customer_id removido da v2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079001EE-C868-4B60-BB0F-E6C32EDF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748957CF-0A02-484D-9925-DF5C6D83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E98E3474-EC36-4464-9FBE-15026E56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Build específico retorna falha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956D2060-6EFB-47DE-B4A9-19470A69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19F1322-87B9-4E52-B94D-11EC0CC6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820AA29E-6359-4A2B-A8C5-4C9AB97F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669955E-8599-4227-AFA4-192D8FD5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14/20</a:t>
            </a:r>
          </a:p>
        </p:txBody>
      </p:sp>
    </p:spTree>
    <p:extLst>
      <p:ext uri="{BB962C8B-B14F-4D97-AF65-F5344CB8AC3E}">
        <p14:creationId xmlns:p14="http://schemas.microsoft.com/office/powerpoint/2010/main" val="566589313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F48E09D8-70BB-4AB2-8C59-5DAFAB5D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FDCD5EC6-A1D4-44E1-90D0-DB7BA38B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Breaking change bloqueada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4CE869BA-BA21-4C25-8CBD-C5B63310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05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C20D459B-1E10-423F-B575-4A97B9B1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9A5A0009-2E21-4A6C-80BB-073EF1AB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D8155272-D95A-4FF3-B67A-8FFBE561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206BAA3-24C6-45BA-845C-479EE80E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26138AD9-634C-4282-8485-580A248E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DF1E62-CCBB-48AC-B492-D689296B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15/20</a:t>
            </a:r>
          </a:p>
        </p:txBody>
      </p:sp>
    </p:spTree>
    <p:extLst>
      <p:ext uri="{BB962C8B-B14F-4D97-AF65-F5344CB8AC3E}">
        <p14:creationId xmlns:p14="http://schemas.microsoft.com/office/powerpoint/2010/main" val="90535886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FEAC43-0794-470B-9BE9-3206B68D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21EB55A3-28D0-42B5-B15B-7CAB3134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2993F0A0-B599-4D57-ACD1-39A09797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migração explícita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411623B0-DE28-4F07-B367-9AD1799B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9BCB9B2C-06B9-4907-976F-4DD4668B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540EA6B7-87AB-442F-B920-D669F92D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falha antecipada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E9393F6E-ED2F-4807-9F72-4D8CF165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8B6AAE40-9015-482C-AC31-49382C82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76A6B858-812B-49F8-B105-66EBC481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schema previsível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90EDAC50-EFCD-4BA8-9B0E-3C6BC0C1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87211B0-AE41-4601-96C3-78BB6641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10C97B08-02AB-46CD-B270-809655CF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87FACB-AC63-4D9B-8950-62E56EAA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1183891108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BAB256C9-C4A0-4595-B143-A7F6BC9F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v1 + v2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6345F931-03BB-4079-AF48-B7859AE0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coexistem durante a migração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C7603BF0-E622-45F9-BB17-99C91F46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33A6385E-67E3-4570-947E-A21DBCAE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Evidência do laboratório; sem porcentagem comercial.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E5FD7875-D021-4709-A191-12F72B16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1840374-02C7-410B-918D-ED1149A7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37D3FAE-4CDF-448B-8AF6-98127058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275F5E4-1E1B-451C-8C33-5A435CA8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17/20</a:t>
            </a:r>
          </a:p>
        </p:txBody>
      </p:sp>
    </p:spTree>
    <p:extLst>
      <p:ext uri="{BB962C8B-B14F-4D97-AF65-F5344CB8AC3E}">
        <p14:creationId xmlns:p14="http://schemas.microsoft.com/office/powerpoint/2010/main" val="138206803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D5BF40-5CB7-4DBA-A2A2-E141316C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54924653-9F49-4C89-BC8B-F7493B4D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Constraints variam por adaptador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Contrato não detecta toda lógica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Versões duplicadas têm custo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F377D38C-1C17-4D27-871F-514F06F3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A9EAE66-C1A9-4A65-A523-E041F604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A3D1695F-0F4F-4179-8555-13839E44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A0F678E-FB0B-4653-AD6F-F1B5C5DA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18/20</a:t>
            </a:r>
          </a:p>
        </p:txBody>
      </p:sp>
    </p:spTree>
    <p:extLst>
      <p:ext uri="{BB962C8B-B14F-4D97-AF65-F5344CB8AC3E}">
        <p14:creationId xmlns:p14="http://schemas.microsoft.com/office/powerpoint/2010/main" val="1679386593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3AF1FD5E-0B94-478A-A17B-1F692BA8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BBF1A681-D930-4025-A577-48D550B00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Melhorias futuras não justificam migrar um contrato estável para runtime beta.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17053ADC-95E6-43C9-B85E-4524370E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F7B5FB5-76FD-49CB-964A-92BAC60A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D721EAD-C889-4AAE-805B-6BA7710D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E0EA28F0-AC23-4CB8-B042-7D82F421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F1134E6-06EB-41AB-B541-925AA48C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BB6DF4A5-8944-4100-83B8-7D45570E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3C94DF2-258B-4A95-9063-6CA12072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19/20</a:t>
            </a:r>
          </a:p>
        </p:txBody>
      </p:sp>
    </p:spTree>
    <p:extLst>
      <p:ext uri="{BB962C8B-B14F-4D97-AF65-F5344CB8AC3E}">
        <p14:creationId xmlns:p14="http://schemas.microsoft.com/office/powerpoint/2010/main" val="156690146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36A69174-5609-4E98-BE18-DF3533C9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E65E3172-0E31-423F-B353-A1BEC4DC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Simule a remoção de uma coluna pública e verifique se a CI bloqueia.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D3B37A91-F2EC-44C0-8809-4664F331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05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9035C461-FBF1-4E89-93C8-5861A5FE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6488660-25C7-4BEC-BFD0-3BE1E28E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70161842-2DAB-45A8-95F9-056606C7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A51F185-FA02-4BC2-B0A7-5820B8A0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20112065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2026-09-02T01:19:28.7620000Z</dcterms:created>
  <dcterms:modified xsi:type="dcterms:W3CDTF">2026-09-02T01:19:28.7620000Z</dcterms:modified>
</coreProperties>
</file>