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bae1adae9f487f" /><Relationship Type="http://schemas.openxmlformats.org/officeDocument/2006/relationships/extended-properties" Target="/docProps/app.xml" Id="R0aab6ecc96aa409c" /><Relationship Type="http://schemas.openxmlformats.org/officeDocument/2006/relationships/officeDocument" Target="/ppt/presentation.xml" Id="R0a33613a59bb47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0011a90ed34949"/>
    <p:sldMasterId xmlns:r="http://schemas.openxmlformats.org/officeDocument/2006/relationships" id="2147483650" r:id="R4298089256684cd6"/>
  </p:sldMasterIdLst>
  <p:notesMasterIdLst>
    <p:notesMasterId xmlns:r="http://schemas.openxmlformats.org/officeDocument/2006/relationships" r:id="Rf97c5a7c2ea649c4"/>
  </p:notesMasterIdLst>
  <p:sldIdLst>
    <p:sldId xmlns:r="http://schemas.openxmlformats.org/officeDocument/2006/relationships" id="256" r:id="R9b6ac114680a4e56"/>
    <p:sldId xmlns:r="http://schemas.openxmlformats.org/officeDocument/2006/relationships" id="257" r:id="Re2718390516a4472"/>
    <p:sldId xmlns:r="http://schemas.openxmlformats.org/officeDocument/2006/relationships" id="258" r:id="R3102f4299b534381"/>
    <p:sldId xmlns:r="http://schemas.openxmlformats.org/officeDocument/2006/relationships" id="259" r:id="R3229dd328ef245fc"/>
    <p:sldId xmlns:r="http://schemas.openxmlformats.org/officeDocument/2006/relationships" id="260" r:id="Rfb936508f7d14a74"/>
    <p:sldId xmlns:r="http://schemas.openxmlformats.org/officeDocument/2006/relationships" id="261" r:id="R49c56148285240fa"/>
    <p:sldId xmlns:r="http://schemas.openxmlformats.org/officeDocument/2006/relationships" id="262" r:id="R4163c37efc904865"/>
    <p:sldId xmlns:r="http://schemas.openxmlformats.org/officeDocument/2006/relationships" id="263" r:id="Rbec8404affe64a9a"/>
    <p:sldId xmlns:r="http://schemas.openxmlformats.org/officeDocument/2006/relationships" id="264" r:id="R5f21dfd907ef428b"/>
    <p:sldId xmlns:r="http://schemas.openxmlformats.org/officeDocument/2006/relationships" id="265" r:id="R559e861b90954e2d"/>
    <p:sldId xmlns:r="http://schemas.openxmlformats.org/officeDocument/2006/relationships" id="266" r:id="Rfa3d7c7627c34e33"/>
    <p:sldId xmlns:r="http://schemas.openxmlformats.org/officeDocument/2006/relationships" id="267" r:id="R074a2c6f9f344d65"/>
    <p:sldId xmlns:r="http://schemas.openxmlformats.org/officeDocument/2006/relationships" id="268" r:id="R8d12515dabc7446d"/>
    <p:sldId xmlns:r="http://schemas.openxmlformats.org/officeDocument/2006/relationships" id="269" r:id="R456ebe854b424b44"/>
    <p:sldId xmlns:r="http://schemas.openxmlformats.org/officeDocument/2006/relationships" id="270" r:id="R8ac4a2820a0d4fcc"/>
    <p:sldId xmlns:r="http://schemas.openxmlformats.org/officeDocument/2006/relationships" id="271" r:id="Rb94382d561684f5f"/>
    <p:sldId xmlns:r="http://schemas.openxmlformats.org/officeDocument/2006/relationships" id="272" r:id="R774db91614c34130"/>
    <p:sldId xmlns:r="http://schemas.openxmlformats.org/officeDocument/2006/relationships" id="273" r:id="Rb72390dcc4ab44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2ad88b8ffe47ec" /><Relationship Type="http://schemas.openxmlformats.org/officeDocument/2006/relationships/slideMaster" Target="/ppt/slideMasters/slideMaster1.xml" Id="R180011a90ed34949" /><Relationship Type="http://schemas.openxmlformats.org/officeDocument/2006/relationships/slideMaster" Target="/ppt/slideMasters/slideMaster2.xml" Id="R4298089256684cd6" /><Relationship Type="http://schemas.openxmlformats.org/officeDocument/2006/relationships/notesMaster" Target="/ppt/notesMasters/notesMaster1.xml" Id="Rf97c5a7c2ea649c4" /><Relationship Type="http://schemas.openxmlformats.org/officeDocument/2006/relationships/presProps" Target="/ppt/presProps.xml" Id="Rd5037a6842804a1e" /><Relationship Type="http://schemas.openxmlformats.org/officeDocument/2006/relationships/tableStyles" Target="/ppt/tableStyles.xml" Id="Rcaf3ccf768db4618" /><Relationship Type="http://schemas.openxmlformats.org/officeDocument/2006/relationships/slide" Target="/ppt/slides/slide1.xml" Id="R9b6ac114680a4e56" /><Relationship Type="http://schemas.openxmlformats.org/officeDocument/2006/relationships/slide" Target="/ppt/slides/slide2.xml" Id="Re2718390516a4472" /><Relationship Type="http://schemas.openxmlformats.org/officeDocument/2006/relationships/slide" Target="/ppt/slides/slide3.xml" Id="R3102f4299b534381" /><Relationship Type="http://schemas.openxmlformats.org/officeDocument/2006/relationships/slide" Target="/ppt/slides/slide4.xml" Id="R3229dd328ef245fc" /><Relationship Type="http://schemas.openxmlformats.org/officeDocument/2006/relationships/slide" Target="/ppt/slides/slide5.xml" Id="Rfb936508f7d14a74" /><Relationship Type="http://schemas.openxmlformats.org/officeDocument/2006/relationships/slide" Target="/ppt/slides/slide6.xml" Id="R49c56148285240fa" /><Relationship Type="http://schemas.openxmlformats.org/officeDocument/2006/relationships/slide" Target="/ppt/slides/slide7.xml" Id="R4163c37efc904865" /><Relationship Type="http://schemas.openxmlformats.org/officeDocument/2006/relationships/slide" Target="/ppt/slides/slide8.xml" Id="Rbec8404affe64a9a" /><Relationship Type="http://schemas.openxmlformats.org/officeDocument/2006/relationships/slide" Target="/ppt/slides/slide9.xml" Id="R5f21dfd907ef428b" /><Relationship Type="http://schemas.openxmlformats.org/officeDocument/2006/relationships/slide" Target="/ppt/slides/slide10.xml" Id="R559e861b90954e2d" /><Relationship Type="http://schemas.openxmlformats.org/officeDocument/2006/relationships/slide" Target="/ppt/slides/slide11.xml" Id="Rfa3d7c7627c34e33" /><Relationship Type="http://schemas.openxmlformats.org/officeDocument/2006/relationships/slide" Target="/ppt/slides/slide12.xml" Id="R074a2c6f9f344d65" /><Relationship Type="http://schemas.openxmlformats.org/officeDocument/2006/relationships/slide" Target="/ppt/slides/slide13.xml" Id="R8d12515dabc7446d" /><Relationship Type="http://schemas.openxmlformats.org/officeDocument/2006/relationships/slide" Target="/ppt/slides/slide14.xml" Id="R456ebe854b424b44" /><Relationship Type="http://schemas.openxmlformats.org/officeDocument/2006/relationships/slide" Target="/ppt/slides/slide15.xml" Id="R8ac4a2820a0d4fcc" /><Relationship Type="http://schemas.openxmlformats.org/officeDocument/2006/relationships/slide" Target="/ppt/slides/slide16.xml" Id="Rb94382d561684f5f" /><Relationship Type="http://schemas.openxmlformats.org/officeDocument/2006/relationships/slide" Target="/ppt/slides/slide17.xml" Id="R774db91614c34130" /><Relationship Type="http://schemas.openxmlformats.org/officeDocument/2006/relationships/slide" Target="/ppt/slides/slide18.xml" Id="Rb72390dcc4ab44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6156a100d9cf4e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e2338dfa5a4891" /><Relationship Type="http://schemas.openxmlformats.org/officeDocument/2006/relationships/notesMaster" Target="/ppt/notesMasters/notesMaster1.xml" Id="R75f2b110156545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2077ab7ad64391" /><Relationship Type="http://schemas.openxmlformats.org/officeDocument/2006/relationships/notesMaster" Target="/ppt/notesMasters/notesMaster1.xml" Id="R472b5cd30bd04c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7ae72727224b55" /><Relationship Type="http://schemas.openxmlformats.org/officeDocument/2006/relationships/notesMaster" Target="/ppt/notesMasters/notesMaster1.xml" Id="R9f840daa0a414f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ef3c7cc7914f94" /><Relationship Type="http://schemas.openxmlformats.org/officeDocument/2006/relationships/notesMaster" Target="/ppt/notesMasters/notesMaster1.xml" Id="R11d14374f41f4c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f7c2c1f9374d02" /><Relationship Type="http://schemas.openxmlformats.org/officeDocument/2006/relationships/notesMaster" Target="/ppt/notesMasters/notesMaster1.xml" Id="R26772b5ef3e748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f5cdfc68a44b97" /><Relationship Type="http://schemas.openxmlformats.org/officeDocument/2006/relationships/notesMaster" Target="/ppt/notesMasters/notesMaster1.xml" Id="R331e03e593b14a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2554ebef934ee3" /><Relationship Type="http://schemas.openxmlformats.org/officeDocument/2006/relationships/notesMaster" Target="/ppt/notesMasters/notesMaster1.xml" Id="Reeb0d447a10544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365c0b6cf54356" /><Relationship Type="http://schemas.openxmlformats.org/officeDocument/2006/relationships/notesMaster" Target="/ppt/notesMasters/notesMaster1.xml" Id="Rc1331735a56d43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defc5b9b9a473d" /><Relationship Type="http://schemas.openxmlformats.org/officeDocument/2006/relationships/notesMaster" Target="/ppt/notesMasters/notesMaster1.xml" Id="R2bae8079960b48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a7962a9b3f4a3c" /><Relationship Type="http://schemas.openxmlformats.org/officeDocument/2006/relationships/notesMaster" Target="/ppt/notesMasters/notesMaster1.xml" Id="R5845fa6567744a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4ed4a0aa5c4429" /><Relationship Type="http://schemas.openxmlformats.org/officeDocument/2006/relationships/notesMaster" Target="/ppt/notesMasters/notesMaster1.xml" Id="Rfef8f6ba2ca649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8eedbda2134fc6" /><Relationship Type="http://schemas.openxmlformats.org/officeDocument/2006/relationships/notesMaster" Target="/ppt/notesMasters/notesMaster1.xml" Id="R0b352eb02ccf4f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ff145c38e8e4447" /><Relationship Type="http://schemas.openxmlformats.org/officeDocument/2006/relationships/notesMaster" Target="/ppt/notesMasters/notesMaster1.xml" Id="R7224e453a98c42f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a65fae337a437c" /><Relationship Type="http://schemas.openxmlformats.org/officeDocument/2006/relationships/notesMaster" Target="/ppt/notesMasters/notesMaster1.xml" Id="Rad2e2a432f05474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8dce124e7d4e16" /><Relationship Type="http://schemas.openxmlformats.org/officeDocument/2006/relationships/notesMaster" Target="/ppt/notesMasters/notesMaster1.xml" Id="R7ed8697e27bf49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06864d291d44818" /><Relationship Type="http://schemas.openxmlformats.org/officeDocument/2006/relationships/notesMaster" Target="/ppt/notesMasters/notesMaster1.xml" Id="Rd142f81ca450423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2624c44e7e4a99" /><Relationship Type="http://schemas.openxmlformats.org/officeDocument/2006/relationships/notesMaster" Target="/ppt/notesMasters/notesMaster1.xml" Id="R9950451281074a6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f5491a1ba040c0" /><Relationship Type="http://schemas.openxmlformats.org/officeDocument/2006/relationships/notesMaster" Target="/ppt/notesMasters/notesMaster1.xml" Id="R7fd45470c7e34d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8 do dbt Moderno na Prática. Hoje vamos trabalhar o tema “Data products sem depender de Mesh”. Domínios e interfaces públicas com recursos abertos.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08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“Produto de dados não é uma pasta Gold com nome novo.”.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Produto de dados não é uma pasta Gold com nome novo.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definir domínio e interface, Evitar dependência privada e Escolher quando separar projetos.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“Produto combina contrato e responsabilidade”.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Interface, owner, SLA e consumidores importam mais que a pasta. Para tornar isso concreto, observe quem produz, O que promete e Quem consome.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“Separações horizontal e vertical resolvem problemas diferentes”.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 topologia deve seguir ownership e ciclo de mudança. Para tornar isso concreto, observe por domínio, Por camada e Por plataforma.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“Separações horizontal e vertical resolvem problemas diferentes”.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A topologia deve seguir ownership e ciclo de mudança. Siga a composição na ordem mostrada e conecte os elementos principais. A imagem ou o fluxo não cria uma regra nova; ele torna visível a relação que acabamos de explicar. A figura é identificada como figura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“Core aberto já oferece limites úteis”.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Groups, access, packages e refs organizam dependências dentro do projeto. Para tornar isso concreto, observe interfaces públicas, Modelos privados e Packages versionados.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“Core aberto já oferece limites úteis”.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Groups, access, packages e refs organizam dependências dentro do projeto.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“Separe fisicamente quando o custo se paga”.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Autonomia, segurança e ciclos independentes precisam superar a complexidade. Para tornar isso concreto, observe ownership real, Release independente e Governança de dependência.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“Separe fisicamente quando o custo se paga”.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Autonomia, segurança e ciclos independentes precisam superar a complexidade. Siga a composição na ordem mostrada e conecte monorepo, Multi-project, Ownership real, Release independente e Governança de dependência.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08.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domínios declarados, Dependências públicas e Refs privadas bloqueadas.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Data products sem cross-project pago. Esse resultado confirma que a etapa executada produziu a evidência esperada para o checkpoint 08.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limites claros, FinOps: evite duplicação e IA: contexto por domínio.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“10 domínios”.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10 domínios: padrão anonimizado do projeto privado. O número ajuda a dimensionar o exemplo, mas precisa ser lido com a ressalva correta. Estrutura reproduzida com Olist; nenhum código proprietário.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multi-project aumenta coordenação, Package não substitui ownership e Cross-project gerenciado fica fora.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Mesh Enterprise entra somente quando dependência organizacional justificar o custo.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Defina um domínio, sua interface pública e duas dependências proibidas.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ac821b666d49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84b2d5383e1447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05e1673f65543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8a582b9bf74c18" /><Relationship Type="http://schemas.openxmlformats.org/officeDocument/2006/relationships/slideLayout" Target="/ppt/slideLayouts/slideLayout1.xml" Id="R5affb24eed47457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02f44ad0ba04548" /><Relationship Type="http://schemas.openxmlformats.org/officeDocument/2006/relationships/slideLayout" Target="/ppt/slideLayouts/slideLayout2.xml" Id="R2c2206e7639f4666" /><Relationship Type="http://schemas.openxmlformats.org/officeDocument/2006/relationships/slideLayout" Target="/ppt/slideLayouts/slideLayout3.xml" Id="R73ffd2c34c3f47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ffb24eed4745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2c2206e7639f4666"/>
    <p:sldLayoutId xmlns:r="http://schemas.openxmlformats.org/officeDocument/2006/relationships" id="2147483652" r:id="R73ffd2c34c3f47ee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fdc51d98b4483a" /><Relationship Type="http://schemas.openxmlformats.org/officeDocument/2006/relationships/image" Target="/ppt/media/image.jpeg" Id="R5b9963656a864eaf" /><Relationship Type="http://schemas.openxmlformats.org/officeDocument/2006/relationships/notesSlide" Target="/ppt/notesSlides/notesSlide1.xml" Id="R99aa30f911fb48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9b108016a94116" /><Relationship Type="http://schemas.openxmlformats.org/officeDocument/2006/relationships/image" Target="/ppt/media/image.png" Id="Rfc7d91fdbb284da1" /><Relationship Type="http://schemas.openxmlformats.org/officeDocument/2006/relationships/notesSlide" Target="/ppt/notesSlides/notesSlide2.xml" Id="Rb06079e6d9ab40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516c5de69453d" /><Relationship Type="http://schemas.openxmlformats.org/officeDocument/2006/relationships/notesSlide" Target="/ppt/notesSlides/notesSlide3.xml" Id="Re3403ad5ce184a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8c77d24d18401c" /><Relationship Type="http://schemas.openxmlformats.org/officeDocument/2006/relationships/notesSlide" Target="/ppt/notesSlides/notesSlide4.xml" Id="R454727ab5ee84e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f8617ab9d4445b" /><Relationship Type="http://schemas.openxmlformats.org/officeDocument/2006/relationships/notesSlide" Target="/ppt/notesSlides/notesSlide5.xml" Id="R4bcf9ae916014e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a44ace562e4ea8" /><Relationship Type="http://schemas.openxmlformats.org/officeDocument/2006/relationships/image" Target="/ppt/media/image2.png" Id="R333f33d65de14da2" /><Relationship Type="http://schemas.openxmlformats.org/officeDocument/2006/relationships/notesSlide" Target="/ppt/notesSlides/notesSlide6.xml" Id="Rb32fb135c0ed47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411b20986540a2" /><Relationship Type="http://schemas.openxmlformats.org/officeDocument/2006/relationships/notesSlide" Target="/ppt/notesSlides/notesSlide7.xml" Id="Rb0a3c0719e4542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1e508eb76e4c0b" /><Relationship Type="http://schemas.openxmlformats.org/officeDocument/2006/relationships/notesSlide" Target="/ppt/notesSlides/notesSlide8.xml" Id="R97e35d44ec774b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5d8b22899040bf" /><Relationship Type="http://schemas.openxmlformats.org/officeDocument/2006/relationships/notesSlide" Target="/ppt/notesSlides/notesSlide9.xml" Id="Ref72c65f39c14c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d5cd578bb74078" /><Relationship Type="http://schemas.openxmlformats.org/officeDocument/2006/relationships/notesSlide" Target="/ppt/notesSlides/notesSlide10.xml" Id="R61f8c620b97748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f7ba0441ed41fa" /><Relationship Type="http://schemas.openxmlformats.org/officeDocument/2006/relationships/notesSlide" Target="/ppt/notesSlides/notesSlide11.xml" Id="R40196d6de09a47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2135f1630b548ba" /><Relationship Type="http://schemas.openxmlformats.org/officeDocument/2006/relationships/notesSlide" Target="/ppt/notesSlides/notesSlide12.xml" Id="R12941875309c42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e8a63578724f08" /><Relationship Type="http://schemas.openxmlformats.org/officeDocument/2006/relationships/notesSlide" Target="/ppt/notesSlides/notesSlide13.xml" Id="R50bb9197712245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561f44bc4740d0" /><Relationship Type="http://schemas.openxmlformats.org/officeDocument/2006/relationships/notesSlide" Target="/ppt/notesSlides/notesSlide14.xml" Id="R14515207a66445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88b145f4ab49fa" /><Relationship Type="http://schemas.openxmlformats.org/officeDocument/2006/relationships/notesSlide" Target="/ppt/notesSlides/notesSlide15.xml" Id="R51d280bc495b480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8b7f003aa142e8" /><Relationship Type="http://schemas.openxmlformats.org/officeDocument/2006/relationships/notesSlide" Target="/ppt/notesSlides/notesSlide16.xml" Id="R5a7c5805986c4cc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99b6f8853c415f" /><Relationship Type="http://schemas.openxmlformats.org/officeDocument/2006/relationships/notesSlide" Target="/ppt/notesSlides/notesSlide17.xml" Id="Rb74e01d46cba4a3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880e49db624596" /><Relationship Type="http://schemas.openxmlformats.org/officeDocument/2006/relationships/notesSlide" Target="/ppt/notesSlides/notesSlide18.xml" Id="R05093ec6724c4981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8 — Data products sem depender de Mesh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963656a864eaf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D5401FB7-C49C-4F57-ACEF-3D418AAC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A9297002-04F6-4655-B99D-D5D4FA49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430AB4A9-2D25-4A6B-A627-90FAF686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8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DE6BB60-9AE4-4ACE-A1B2-89385455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Data products sem depender de Mesh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6C51677-B2FA-4755-B406-48D6C227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Domínios e interfaces públicas com recursos abertos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6FE0E667-2B3F-42A3-9E2C-F85294B5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776E0499-A751-40B8-A14D-5F3F02A4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08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9140427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F1994A7C-6059-464F-9576-C0C30A12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Produto de dados não é uma pasta Gold com nome novo.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C6F59F6-0627-4AD1-9D7C-5A55F09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FAA924F-5523-475B-B436-B01739C2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0B7CDA5A-6BBD-48CA-B8EA-9B83869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Produto de dados não é uma pasta Gold com nome nov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d91fdbb284da1"/>
          <a:stretch xmlns:a="http://schemas.openxmlformats.org/drawingml/2006/main"/>
        </p:blipFill>
        <p:spPr>
          <a:xfrm xmlns:a="http://schemas.openxmlformats.org/drawingml/2006/main">
            <a:off x="3785095" y="3790950"/>
            <a:ext cx="4621810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702949B-77FB-4644-A2BC-50481E3D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1AFE895-1B70-4738-B501-032285F6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97B23B5F-8E4A-46C1-8111-805D45F1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508F21-63BA-49A8-8F45-51A3D7E6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58324761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F4AC01-B520-4A09-9AD2-B17F8F7B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6AF19737-2218-43C6-B402-722A3D56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7585756-340C-4DFE-9D15-4F4CA096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Definir domínio e interface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0390C91-207C-4680-858A-C12F860D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88D99D92-BF72-4401-A988-EFBD3E15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764A9CD-6FDC-4171-AE13-A5DB1AFB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Evitar dependência privada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6A2C316F-0E87-446E-B2E6-50D925BD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F32F683B-956B-4D6C-9E9F-0D7A7E47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B0ED407-BC50-4EC8-AABC-D6055370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Escolher quando separar projetos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B6D677F-31B1-4EAE-8155-85C4A20E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2BCC2BE-52F8-47EB-9AF5-85DA0105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7AB8E01-B10F-471F-A0D4-C55694ED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083E06-F137-4158-95C9-7A34DC26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187262374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F25414-80CC-4440-A2FE-63411457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Produto combina contrato e responsabilidade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2EE2028-3C85-47A0-989D-77E71AAE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Interface, owner, SLA e consumidores importam mais que a pasta.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6E2CA58-8EDF-41C8-8E85-766EECC9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Quem produz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 que promete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Quem consome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E05C0DD-21F7-4F2D-9EFA-79156108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20DC838-E84B-41AE-AEE8-B4F83541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262F397-4873-4385-A298-DF51B835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BA3C808-5CE5-45CB-9DA3-D86B1EC2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C914E25-CFE2-4E98-86C9-52818FA6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A020D06-2FE3-4348-A30B-1EF610F7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C073E8-CE35-4A12-8D6D-6F61DCB2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1998980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3E0085-3458-4340-A87D-19D4AA8D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Separações horizontal e vertical resolvem problemas diferentes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730F97-927E-49BF-827C-0FD5CBA9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topologia deve seguir ownership e ciclo de mudança.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5143652-2B5A-48C7-904C-CEED10E9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Por domínio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Por camada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Por plataforma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545A4AA-131F-4428-8FD9-35E760A2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69D432D-752B-45F8-948B-ABAB9012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1C10359-F3FF-45EE-B023-81EA563C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D72F3D2-DEC4-47A6-9352-D1BC92CE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DDCCB61-393C-4AF8-BE37-E42B2BD1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A08612F-3B61-4740-8434-F7C7E114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70C429-57BE-4088-8471-96E3A97E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1247556005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351783-F62F-4137-A124-9B6F59C4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Separações horizontal e vertical resolvem problemas diferentes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F17F11BC-6296-4F25-84AA-9FC11899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A topologia deve seguir ownership e ciclo de mudança.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B14225F6-3241-4698-A1F4-0A031809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Separações horizontal e vertical resolvem problemas diferentes — A topologia deve seguir ownership e ciclo de mudanç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f33d65de14da2"/>
          <a:stretch xmlns:a="http://schemas.openxmlformats.org/drawingml/2006/main"/>
        </p:blipFill>
        <p:spPr>
          <a:xfrm xmlns:a="http://schemas.openxmlformats.org/drawingml/2006/main">
            <a:off x="5429250" y="2065895"/>
            <a:ext cx="5791200" cy="2821459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4B859D2D-0F64-4B6A-9E3B-299F514C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255E1A1-1F66-41D3-8833-599567CE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DBF9A89-B655-4306-B5F7-3421FADC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8A2E09B-14F0-4C31-9486-BFEA99BA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733EC3-03D3-456A-B0C9-A37E2246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44360046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29D6D0-50F0-4CE8-97E4-DD1FE252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Core aberto já oferece limites úteis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07056A8-8DBD-4B61-9682-47BAB65D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Groups, access, packages e refs organizam dependências dentro do projeto.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E346D5A-53E5-4953-B483-6ECAD7B3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Interfaces públicas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Modelos privados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Packages versionados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AC1750A-9D86-4BBC-B494-40EDD5B6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C2D3315-C328-40A6-B6F5-9FC72477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DBDD0845-9A78-40D7-8A76-6B9CE8E2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327FF85-74BE-49CC-85DE-D4649F61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CD657C0-49A0-44D0-B94D-65D936CD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23DF7C5-03CB-4DF5-A779-26192EDC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28ECB0-2626-44B8-8FFB-BFBBCEF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131631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872059-4230-45F1-BDF0-2441DF8C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Core aberto já oferece limites úteis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BA83C8C6-25CC-4C04-8AE0-8A93D51E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Domínio A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3645817B-26FA-4B4E-A821-6A8CA64E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Contrato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0DAF69C0-0B42-4FEC-9986-182B506A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Domínio B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9E58F2A-E797-43BC-8B65-16394F4C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25263CE-F3EE-41A1-ADC2-5BABDA9E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8C66D51-58F7-4F1E-92E9-DCB8B063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654300-615D-4939-8970-4B2546B7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6133611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B4F585-C0ED-4E10-9D0A-6FB34A06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Separe fisicamente quando o custo se paga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1D29010-0DB9-4096-B0E1-8CC06710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Autonomia, segurança e ciclos independentes precisam superar a complexidade.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0F3EC5B-C73E-4FDE-BBFC-20DB489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Ownership real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Release independente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Governança de dependência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E6C8C65-77A1-4B1D-957E-823860FC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08AA58E-F571-41F0-ABB9-1CE67BE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615826C-420E-4C45-AFE4-6F52FFD2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4F32B02-4BC7-488B-873F-02310D75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59B8E47-8B58-4E7C-BAC0-8EBD6239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627BF69-354B-466A-A10C-9610578A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881569-DB0D-46B6-AACD-F2C0838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370375907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6B7438-3174-4599-A0F6-17A8A635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Separe fisicamente quando o custo se paga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A2F2A2F8-F527-450C-A50D-D80B8FC7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Monorepo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CBA68764-8A53-47AC-8E61-891065A0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Multi-project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C79833D1-E7BC-4745-88BD-E8023BEF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367ECD7E-F7C5-43F8-9F3D-5411D1CD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Ownership real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Release independente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E443E697-D959-487F-BB19-A6C9CC4F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Governança de dependência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011D1D8-9984-42AC-BB2B-3A302C61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D4B305B-9CCF-4149-9907-D89A69A3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3977B51-0B1D-4DC5-928D-DD524F4A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8531E1-081C-4F97-850D-347D2CA0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1552070363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EB15E7-A2E6-43EC-B19E-4DD752F9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BD9D37C9-1463-4DCE-B257-CA99D258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1D1DF1D2-CE89-4609-B7B4-F6EE3FE6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08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951AF9A9-9A1E-4B91-9965-077E3114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23AFD19-6B88-40CD-AB57-47FAF42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9641CEB-0C68-4E51-AEEE-9E27D4B3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5DAF174-3F29-4F33-BDEC-E579DC91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2D5988-2411-454D-84CD-B81141BF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8522081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09A3A0-9102-4D23-9654-B0B078BF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B420587-48ED-477F-92C9-67F02DD2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5DAF8B2-5977-422C-92FB-EF40D5D1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Domínios declarados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3DB0E7D-4F9E-4451-A82A-10209F19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7AC16DE-98A6-4BF6-959D-8A333080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92C81A0F-D7E4-44B7-B201-60CED562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Dependências públicas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FA3FFB8-1CC7-4E9C-9872-C39FDD1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7FE5945-657F-4EF6-9EC4-FCAA0F3D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4E245591-6AC1-4A4A-94B5-C3D2ABD3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Refs privadas bloqueadas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3A7735C-90AC-426B-8641-AE5F1801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11FF41F-554A-45E8-B347-1E6BC4CD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CBAB6D8-68DF-40A3-BE13-EABBAB4C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E2D4B8-0ED8-4937-A5C3-0C243D7C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1762364429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0FBD9162-CA33-423A-9C2C-13BFD07D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807B046D-9C19-4C0F-AF95-A42ED8EA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Data products sem cross-project pago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BDF7AAB5-198B-4E67-B27B-5C416719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08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A76E2ED-DDC4-48F4-ABED-8D07A6D9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70EE482-FC0A-49ED-ADC9-1DAC250C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14BDBDD-957F-4D26-A700-DDAD242C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A14C2AA-361A-47AD-BAD9-4F9FCF6C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6463A8A-5A92-4976-978B-D955078D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2DECC5-69B4-496E-923E-29967A80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15205811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260C9E-A919-4ACE-9CF4-CE14BE0A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012AF7B-9B21-495A-A340-AE62F941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DACB40D-5EE2-47A7-BB55-C6060FA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limites claros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6F408A4-4CC9-465C-A3CA-1AC2BDE1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7F679D2-9D98-4A44-ABCE-0A8491EB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14DCD8E-106D-44F7-841E-D3B6F55C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evite duplicação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2B8319D-77D6-48C0-93E5-5B62C8BA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0DCEE0E-1A71-4E46-A4DD-A4D37256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F8E3101-3470-4FD0-8ED6-E6605DA3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por domínio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54881D5-0C08-4AD3-8A5B-8D2C393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3891371-7E23-4AA6-A6C7-BA292B9A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8C4C5AA3-FA4F-43D8-902F-C1F89C5C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95C621-80AA-4EFA-B880-6DCBF471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891202829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D15E121E-BD04-473D-9020-10FBBF26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10 domínios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F2994A3A-EA81-4BF2-A165-1EDD5771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padrão anonimizado do projeto privado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D3B5B3AC-2D1D-4054-8BC0-1F6B0BF0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C6618745-CE7C-4112-9C29-66591FA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Estrutura reproduzida com Olist; nenhum código proprietário.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B6C9B22D-0A61-4B9F-BDF5-32A99E78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945D55C-5D50-46C8-AAE0-E8D45809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6D44ABC-594D-4B28-9691-0E1B4A6D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ACA0A5-BC9B-4C77-BA6F-77E9D99A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6114228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8D2DC2-7FE4-4585-A027-B5B9C04F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761E274D-47E3-48CE-8AAB-DE91E977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Multi-project aumenta coordenação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Package não substitui ownership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Cross-project gerenciado fica fora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10CAFC4-50EF-4C1B-9CF2-1180D537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5925FB6-6126-4A55-9A3D-857A61F4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D906FE1-8915-4F3D-B637-59D96864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1FCF13-D0FF-4D58-BFB8-6E1E5E2C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1617329377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5AE30912-6846-4AC9-9C28-C8EE6282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B02A62CD-4B20-4BDF-B2B6-544D280C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Mesh Enterprise entra somente quando dependência organizacional justificar o custo.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AE8686A8-94D7-41F9-B421-C9EB5938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AB511C4-AA5E-4837-A940-D1F436AA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00FD71A-DD02-4811-8F7C-B3658D57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9620C13-0FFF-42F9-8BB2-B96B28A6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F00451A-83FE-4521-943D-DCF74562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2692112-2BFF-4DA9-B96B-7BA21494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1511C9-3A7F-4A69-A1D6-FD3FD0F2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8266557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9ACC3704-C091-473C-A18E-A566AEF2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BBC4F130-94C6-4C0C-AD21-D1230FC3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Defina um domínio, sua interface pública e duas dependências proibidas.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A7217254-7250-4C25-B706-472650F9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08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EE6F9AE-BF35-4CFC-96C3-69AB9C81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F44DB3F-B0E3-44C8-8525-11F36AE8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B7AE4CC-8117-4A16-9F49-2122675A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4D1FE4-C46D-4A74-8748-018A5A87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633384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2026-09-02T01:19:29.5870000Z</dcterms:created>
  <dcterms:modified xsi:type="dcterms:W3CDTF">2026-09-02T01:19:29.5870000Z</dcterms:modified>
</coreProperties>
</file>