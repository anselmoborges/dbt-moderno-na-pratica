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69cb41af94767" /><Relationship Type="http://schemas.openxmlformats.org/officeDocument/2006/relationships/extended-properties" Target="/docProps/app.xml" Id="Rc03a6b6064544fad" /><Relationship Type="http://schemas.openxmlformats.org/officeDocument/2006/relationships/officeDocument" Target="/ppt/presentation.xml" Id="R8f041074e0f4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ae41724654244"/>
    <p:sldMasterId xmlns:r="http://schemas.openxmlformats.org/officeDocument/2006/relationships" id="2147483650" r:id="Rad4d30de964c487c"/>
  </p:sldMasterIdLst>
  <p:notesMasterIdLst>
    <p:notesMasterId xmlns:r="http://schemas.openxmlformats.org/officeDocument/2006/relationships" r:id="R54657bfe582844c2"/>
  </p:notesMasterIdLst>
  <p:sldIdLst>
    <p:sldId xmlns:r="http://schemas.openxmlformats.org/officeDocument/2006/relationships" id="256" r:id="Raef8dd9e893949db"/>
    <p:sldId xmlns:r="http://schemas.openxmlformats.org/officeDocument/2006/relationships" id="257" r:id="R30a48f79411a4d47"/>
    <p:sldId xmlns:r="http://schemas.openxmlformats.org/officeDocument/2006/relationships" id="258" r:id="Rff33f2e7f87946b0"/>
    <p:sldId xmlns:r="http://schemas.openxmlformats.org/officeDocument/2006/relationships" id="259" r:id="R6b9a6f0da097424f"/>
    <p:sldId xmlns:r="http://schemas.openxmlformats.org/officeDocument/2006/relationships" id="260" r:id="R4d94ae5942a4455e"/>
    <p:sldId xmlns:r="http://schemas.openxmlformats.org/officeDocument/2006/relationships" id="261" r:id="R97e007368d3940c8"/>
    <p:sldId xmlns:r="http://schemas.openxmlformats.org/officeDocument/2006/relationships" id="262" r:id="R7b686031c6874ef3"/>
    <p:sldId xmlns:r="http://schemas.openxmlformats.org/officeDocument/2006/relationships" id="263" r:id="Rae998dbac04544ea"/>
    <p:sldId xmlns:r="http://schemas.openxmlformats.org/officeDocument/2006/relationships" id="264" r:id="R26d71eab0a274030"/>
    <p:sldId xmlns:r="http://schemas.openxmlformats.org/officeDocument/2006/relationships" id="265" r:id="Redb6d4bb39c34d45"/>
    <p:sldId xmlns:r="http://schemas.openxmlformats.org/officeDocument/2006/relationships" id="266" r:id="Rbdabcb17703641d9"/>
    <p:sldId xmlns:r="http://schemas.openxmlformats.org/officeDocument/2006/relationships" id="267" r:id="R7722077d1e244c16"/>
    <p:sldId xmlns:r="http://schemas.openxmlformats.org/officeDocument/2006/relationships" id="268" r:id="R7c2c28d2abf04efa"/>
    <p:sldId xmlns:r="http://schemas.openxmlformats.org/officeDocument/2006/relationships" id="269" r:id="R1f4b42e9a1044242"/>
    <p:sldId xmlns:r="http://schemas.openxmlformats.org/officeDocument/2006/relationships" id="270" r:id="R1293a56132734fa3"/>
    <p:sldId xmlns:r="http://schemas.openxmlformats.org/officeDocument/2006/relationships" id="271" r:id="R9546df02b07c466d"/>
    <p:sldId xmlns:r="http://schemas.openxmlformats.org/officeDocument/2006/relationships" id="272" r:id="Re2dfaf9e287d485f"/>
    <p:sldId xmlns:r="http://schemas.openxmlformats.org/officeDocument/2006/relationships" id="273" r:id="R43db0fc5712e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954ec8a2b4d0b" /><Relationship Type="http://schemas.openxmlformats.org/officeDocument/2006/relationships/slideMaster" Target="/ppt/slideMasters/slideMaster1.xml" Id="Rcbaae41724654244" /><Relationship Type="http://schemas.openxmlformats.org/officeDocument/2006/relationships/slideMaster" Target="/ppt/slideMasters/slideMaster2.xml" Id="Rad4d30de964c487c" /><Relationship Type="http://schemas.openxmlformats.org/officeDocument/2006/relationships/notesMaster" Target="/ppt/notesMasters/notesMaster1.xml" Id="R54657bfe582844c2" /><Relationship Type="http://schemas.openxmlformats.org/officeDocument/2006/relationships/presProps" Target="/ppt/presProps.xml" Id="R89c5110a948b4df7" /><Relationship Type="http://schemas.openxmlformats.org/officeDocument/2006/relationships/tableStyles" Target="/ppt/tableStyles.xml" Id="Rff872c3eedc84fd7" /><Relationship Type="http://schemas.openxmlformats.org/officeDocument/2006/relationships/slide" Target="/ppt/slides/slide1.xml" Id="Raef8dd9e893949db" /><Relationship Type="http://schemas.openxmlformats.org/officeDocument/2006/relationships/slide" Target="/ppt/slides/slide2.xml" Id="R30a48f79411a4d47" /><Relationship Type="http://schemas.openxmlformats.org/officeDocument/2006/relationships/slide" Target="/ppt/slides/slide3.xml" Id="Rff33f2e7f87946b0" /><Relationship Type="http://schemas.openxmlformats.org/officeDocument/2006/relationships/slide" Target="/ppt/slides/slide4.xml" Id="R6b9a6f0da097424f" /><Relationship Type="http://schemas.openxmlformats.org/officeDocument/2006/relationships/slide" Target="/ppt/slides/slide5.xml" Id="R4d94ae5942a4455e" /><Relationship Type="http://schemas.openxmlformats.org/officeDocument/2006/relationships/slide" Target="/ppt/slides/slide6.xml" Id="R97e007368d3940c8" /><Relationship Type="http://schemas.openxmlformats.org/officeDocument/2006/relationships/slide" Target="/ppt/slides/slide7.xml" Id="R7b686031c6874ef3" /><Relationship Type="http://schemas.openxmlformats.org/officeDocument/2006/relationships/slide" Target="/ppt/slides/slide8.xml" Id="Rae998dbac04544ea" /><Relationship Type="http://schemas.openxmlformats.org/officeDocument/2006/relationships/slide" Target="/ppt/slides/slide9.xml" Id="R26d71eab0a274030" /><Relationship Type="http://schemas.openxmlformats.org/officeDocument/2006/relationships/slide" Target="/ppt/slides/slide10.xml" Id="Redb6d4bb39c34d45" /><Relationship Type="http://schemas.openxmlformats.org/officeDocument/2006/relationships/slide" Target="/ppt/slides/slide11.xml" Id="Rbdabcb17703641d9" /><Relationship Type="http://schemas.openxmlformats.org/officeDocument/2006/relationships/slide" Target="/ppt/slides/slide12.xml" Id="R7722077d1e244c16" /><Relationship Type="http://schemas.openxmlformats.org/officeDocument/2006/relationships/slide" Target="/ppt/slides/slide13.xml" Id="R7c2c28d2abf04efa" /><Relationship Type="http://schemas.openxmlformats.org/officeDocument/2006/relationships/slide" Target="/ppt/slides/slide14.xml" Id="R1f4b42e9a1044242" /><Relationship Type="http://schemas.openxmlformats.org/officeDocument/2006/relationships/slide" Target="/ppt/slides/slide15.xml" Id="R1293a56132734fa3" /><Relationship Type="http://schemas.openxmlformats.org/officeDocument/2006/relationships/slide" Target="/ppt/slides/slide16.xml" Id="R9546df02b07c466d" /><Relationship Type="http://schemas.openxmlformats.org/officeDocument/2006/relationships/slide" Target="/ppt/slides/slide17.xml" Id="Re2dfaf9e287d485f" /><Relationship Type="http://schemas.openxmlformats.org/officeDocument/2006/relationships/slide" Target="/ppt/slides/slide18.xml" Id="R43db0fc5712e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9092072340643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682a580817445f" /><Relationship Type="http://schemas.openxmlformats.org/officeDocument/2006/relationships/notesMaster" Target="/ppt/notesMasters/notesMaster1.xml" Id="R73e1db3aaf09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02a0535f184316" /><Relationship Type="http://schemas.openxmlformats.org/officeDocument/2006/relationships/notesMaster" Target="/ppt/notesMasters/notesMaster1.xml" Id="R97360540bbfa47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1946b4f6e4670" /><Relationship Type="http://schemas.openxmlformats.org/officeDocument/2006/relationships/notesMaster" Target="/ppt/notesMasters/notesMaster1.xml" Id="Rf38d6b65c71c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738a3d0fed4e57" /><Relationship Type="http://schemas.openxmlformats.org/officeDocument/2006/relationships/notesMaster" Target="/ppt/notesMasters/notesMaster1.xml" Id="Rb60580a2a67a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9caad7ece459f" /><Relationship Type="http://schemas.openxmlformats.org/officeDocument/2006/relationships/notesMaster" Target="/ppt/notesMasters/notesMaster1.xml" Id="R98b1d669948d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8a8fc3c9046f7" /><Relationship Type="http://schemas.openxmlformats.org/officeDocument/2006/relationships/notesMaster" Target="/ppt/notesMasters/notesMaster1.xml" Id="R018aeda580fc43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75298530d479c" /><Relationship Type="http://schemas.openxmlformats.org/officeDocument/2006/relationships/notesMaster" Target="/ppt/notesMasters/notesMaster1.xml" Id="Rdc67c88dcbed43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215487a824d01" /><Relationship Type="http://schemas.openxmlformats.org/officeDocument/2006/relationships/notesMaster" Target="/ppt/notesMasters/notesMaster1.xml" Id="R625df7285e43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75a23432324657" /><Relationship Type="http://schemas.openxmlformats.org/officeDocument/2006/relationships/notesMaster" Target="/ppt/notesMasters/notesMaster1.xml" Id="Ra6cba4f245ae40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56ebd963054800" /><Relationship Type="http://schemas.openxmlformats.org/officeDocument/2006/relationships/notesMaster" Target="/ppt/notesMasters/notesMaster1.xml" Id="R74b4ae5412f543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343c2018c944ae" /><Relationship Type="http://schemas.openxmlformats.org/officeDocument/2006/relationships/notesMaster" Target="/ppt/notesMasters/notesMaster1.xml" Id="R7230b4f480284f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56e94edb7740ee" /><Relationship Type="http://schemas.openxmlformats.org/officeDocument/2006/relationships/notesMaster" Target="/ppt/notesMasters/notesMaster1.xml" Id="R11abf0294d3441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755df2ae854fde" /><Relationship Type="http://schemas.openxmlformats.org/officeDocument/2006/relationships/notesMaster" Target="/ppt/notesMasters/notesMaster1.xml" Id="R4334cda65ba847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9fbecd8abe4e7b" /><Relationship Type="http://schemas.openxmlformats.org/officeDocument/2006/relationships/notesMaster" Target="/ppt/notesMasters/notesMaster1.xml" Id="R925b34d2c9a740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09c5b37fb64a92" /><Relationship Type="http://schemas.openxmlformats.org/officeDocument/2006/relationships/notesMaster" Target="/ppt/notesMasters/notesMaster1.xml" Id="Rb280d7630eec49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0a3116fe3b47e2" /><Relationship Type="http://schemas.openxmlformats.org/officeDocument/2006/relationships/notesMaster" Target="/ppt/notesMasters/notesMaster1.xml" Id="R7dd28e2b7ff64e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557e64158f4da8" /><Relationship Type="http://schemas.openxmlformats.org/officeDocument/2006/relationships/notesMaster" Target="/ppt/notesMasters/notesMaster1.xml" Id="Rb26cd1e45d3a40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276b6369274aa2" /><Relationship Type="http://schemas.openxmlformats.org/officeDocument/2006/relationships/notesMaster" Target="/ppt/notesMasters/notesMaster1.xml" Id="R0c7400647d9b40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do EPISÓDIO 1 e conecte-o ao checkpoint executável. Título de vídeo não é evidência. Manifest, testes e resultados executáveis 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 de vídeo não é evidência. Manifest, testes e resultados executáveis são. Use o diagrama para antecipar o problema que será comprovado no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resultados observáveis da aula: Auditar a série original; Separar implementado de conceitual; Reconstruir o baseline suportado.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Ambiente, seeds, ref, table, view e primeira Gold foram demonstrados. Desenvolva os pontos: Fundamentos bem posicionados; Materializações básicas; Primeiro fluxo Silver → Gold.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1.12 e DuckDB estável formam a trilha executável. Desenvolva os pontos: Dependências fixadas; CI determinística; Preview sem comando obrigatório.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Core 1.12 e DuckDB estável formam a trilha executável. Dependências fixadas CI determinística Preview sem comando obrigatório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Dependências explícitas habilitam ordem, seleção e linhagem. Desenvolva os pontos: source → staging; staging → Gold; Gold → consumidor.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Dependências explícitas habilitam ordem, seleção e linhagem. source → staging staging → Gold Gold → consumidor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Manifest descreve o projeto; run_results registra a execução. Desenvolva os pontos: O que existe; O que depende do quê; O que passou ou falhou.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Manifest descreve o projeto; run_results registra a execução. O que existe O que depende do quê O que passou ou falhou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course.py checkpoint 01. Pause para o aluno acompanhar o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a execução, destaque: 8 pedidos na amostra; Manifest e catálogo gerados; Semantic manifest e OSI válidos.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resultado esperado: Baseline reproduzido. Se o valor divergir, não avance sem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técnica aos efeitos: Governança: artifact auditável; FinOps: versões reproduzíveis; IA: contexto antes de SQL. Não prometa economia sem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 / 740 / 630: pedidos / receita bruta / entregue. Ground truth da amostra Olist do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limites sem minimizá-los: Incremental, testes e deploy não estavam implementados na série original; Artifacts não substituem monitoramento; Core 2.0 não entra na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Novidade não substitui maturidade: Core 2.0 e Fusion aparecem sem recomendação de produção. Reforce que beta e preview não fazem parte da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Reproduza o checkpoint e abra manifest.json antes do episódio 2. Encerre conectando a aula ao próximo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https://docs.getdbt.com/docs/dbt/supported-features</a:t>
            </a:r>
          </a:p>
          <a:p xmlns:a="http://schemas.openxmlformats.org/drawingml/2006/main">
            <a:r>
              <a:t>- https://github.com/dbt-labs/dbt-core/releases/tag/v1.12.0</a:t>
            </a:r>
          </a:p>
          <a:p xmlns:a="http://schemas.openxmlformats.org/drawingml/2006/main">
            <a:r>
              <a:t>- https://github.com/dbt-labs/jaffle-shop</a:t>
            </a:r>
          </a:p>
          <a:p xmlns:a="http://schemas.openxmlformats.org/drawingml/2006/main">
            <a:r>
              <a:t>- https://github.com/AnselmoBorges/dbt-moderno-na-pratica/blob/main/roteiros/01-playlist-core-1-12.md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a3994b6504d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61916f652d48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77ba04a0ec41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0155854d34a15" /><Relationship Type="http://schemas.openxmlformats.org/officeDocument/2006/relationships/slideLayout" Target="/ppt/slideLayouts/slideLayout1.xml" Id="R984b2327f2314d2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b0c304e4c984da2" /><Relationship Type="http://schemas.openxmlformats.org/officeDocument/2006/relationships/slideLayout" Target="/ppt/slideLayouts/slideLayout2.xml" Id="R9dd8447cd1684fe3" /><Relationship Type="http://schemas.openxmlformats.org/officeDocument/2006/relationships/slideLayout" Target="/ppt/slideLayouts/slideLayout3.xml" Id="R04a56abd1fce4f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4b2327f2314d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9dd8447cd1684fe3"/>
    <p:sldLayoutId xmlns:r="http://schemas.openxmlformats.org/officeDocument/2006/relationships" id="2147483652" r:id="R04a56abd1fce4f1e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489169d71c415f" /><Relationship Type="http://schemas.openxmlformats.org/officeDocument/2006/relationships/image" Target="/ppt/media/image.jpeg" Id="R8f970bc5f90f49ec" /><Relationship Type="http://schemas.openxmlformats.org/officeDocument/2006/relationships/notesSlide" Target="/ppt/notesSlides/notesSlide1.xml" Id="R0d9fc96f94c6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236ed4d4654c2b" /><Relationship Type="http://schemas.openxmlformats.org/officeDocument/2006/relationships/image" Target="/ppt/media/image.png" Id="Rba0c44de397f401f" /><Relationship Type="http://schemas.openxmlformats.org/officeDocument/2006/relationships/notesSlide" Target="/ppt/notesSlides/notesSlide2.xml" Id="Rcf508d0e2129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5bdebd1f5b4113" /><Relationship Type="http://schemas.openxmlformats.org/officeDocument/2006/relationships/notesSlide" Target="/ppt/notesSlides/notesSlide3.xml" Id="Rbe17de8a6e1349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6a16ae6284938" /><Relationship Type="http://schemas.openxmlformats.org/officeDocument/2006/relationships/notesSlide" Target="/ppt/notesSlides/notesSlide4.xml" Id="R449e73b15b9b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2318bc33fe4e43" /><Relationship Type="http://schemas.openxmlformats.org/officeDocument/2006/relationships/notesSlide" Target="/ppt/notesSlides/notesSlide5.xml" Id="R41ac7d3fa12048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0c5913fe64391" /><Relationship Type="http://schemas.openxmlformats.org/officeDocument/2006/relationships/notesSlide" Target="/ppt/notesSlides/notesSlide6.xml" Id="R382045176d344d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7a4d42eb7949b7" /><Relationship Type="http://schemas.openxmlformats.org/officeDocument/2006/relationships/notesSlide" Target="/ppt/notesSlides/notesSlide7.xml" Id="R1df6950edfaa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f750ca2b534573" /><Relationship Type="http://schemas.openxmlformats.org/officeDocument/2006/relationships/notesSlide" Target="/ppt/notesSlides/notesSlide8.xml" Id="R82e78e412a714a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597c03976640b8" /><Relationship Type="http://schemas.openxmlformats.org/officeDocument/2006/relationships/notesSlide" Target="/ppt/notesSlides/notesSlide9.xml" Id="Rd10321373ab441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074c8740c44856" /><Relationship Type="http://schemas.openxmlformats.org/officeDocument/2006/relationships/notesSlide" Target="/ppt/notesSlides/notesSlide10.xml" Id="Rc1d0feb4a0084d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d6fa2ae5f4c53" /><Relationship Type="http://schemas.openxmlformats.org/officeDocument/2006/relationships/notesSlide" Target="/ppt/notesSlides/notesSlide11.xml" Id="Rc9c6b6188f674d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6d835bbf054487" /><Relationship Type="http://schemas.openxmlformats.org/officeDocument/2006/relationships/notesSlide" Target="/ppt/notesSlides/notesSlide12.xml" Id="Rf8dd074c078f49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77a9e9a54249dc" /><Relationship Type="http://schemas.openxmlformats.org/officeDocument/2006/relationships/notesSlide" Target="/ppt/notesSlides/notesSlide13.xml" Id="Rc4c58a41bd7441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0261bf09c34134" /><Relationship Type="http://schemas.openxmlformats.org/officeDocument/2006/relationships/notesSlide" Target="/ppt/notesSlides/notesSlide14.xml" Id="Rea16d4539d7447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d38a7fb1448b3" /><Relationship Type="http://schemas.openxmlformats.org/officeDocument/2006/relationships/notesSlide" Target="/ppt/notesSlides/notesSlide15.xml" Id="Rcc1658db6a2a42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60d9ba9cc64851" /><Relationship Type="http://schemas.openxmlformats.org/officeDocument/2006/relationships/notesSlide" Target="/ppt/notesSlides/notesSlide16.xml" Id="R7fc6f45911574d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3614856c3494f" /><Relationship Type="http://schemas.openxmlformats.org/officeDocument/2006/relationships/notesSlide" Target="/ppt/notesSlides/notesSlide17.xml" Id="Rbc9a92b1077446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434fc75f0a4530" /><Relationship Type="http://schemas.openxmlformats.org/officeDocument/2006/relationships/notesSlide" Target="/ppt/notesSlides/notesSlide18.xml" Id="R45f8de3044da4ac4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Ilustração conceitual autoral da capa: EPISÓDIO 1 — O que a série ensinou — e o que falta prov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0bc5f90f49ec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08652581-E0EE-4627-829F-2F52855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3D3BFC69-D0DB-47B6-B83F-C1E004A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22D39ED4-7D1A-44DA-BE32-1CB043F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1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265BD6-204C-4D4E-B8CF-AB5CDAE6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O que a série ensinou — e o que falta provar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0828FC4-8856-4475-A8CF-3B3F91AA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Baseline aberto e suportado com dbt Core 1.12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9EDE453-4402-476A-A555-2ADEE0A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2DCD63F6-FE86-4EED-BAC2-F4B1EE0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01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954494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19E65929-90E2-4662-A842-06D5922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Título de vídeo não é evidência. Manifest, testes e resultados executáveis são.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E8C18D91-C792-420B-8BCE-DEB38322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1B40B25A-AF68-4F4F-90EB-D6BB0142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92E87DAE-2A53-4B0D-B5D7-03A8BCE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4" name="" descr="Diagrama didático autoral que apresenta: Título de vídeo não é evidência. Manifest, testes e resultados executáveis são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44de397f401f"/>
          <a:stretch xmlns:a="http://schemas.openxmlformats.org/drawingml/2006/main"/>
        </p:blipFill>
        <p:spPr>
          <a:xfrm xmlns:a="http://schemas.openxmlformats.org/drawingml/2006/main">
            <a:off x="990600" y="4135697"/>
            <a:ext cx="10210800" cy="872607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94DC450-E35F-4592-BBC0-9E7EAB8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071F4F-0EC1-4CC4-B41B-8CCD86B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89797E8-C594-424F-8434-C6CA9436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D19934-93E0-4F18-B28A-2549E7E4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2/18</a:t>
            </a:r>
          </a:p>
        </p:txBody>
      </p:sp>
    </p:spTree>
    <p:extLst>
      <p:ext uri="{BB962C8B-B14F-4D97-AF65-F5344CB8AC3E}">
        <p14:creationId xmlns:p14="http://schemas.microsoft.com/office/powerpoint/2010/main" val="28932286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C106E-22CE-4885-AD77-8388AD25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0C0C9C55-0D2F-4E90-9F66-F0EB3BE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1DB482C-8F46-4212-B525-F832EB86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Auditar a série original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F1EC39F4-7F02-4659-8FD8-7A297EFC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F3DD033-79C4-4777-AB48-78E7B18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14C1272-0490-4CB2-A151-0E3703A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Separar implementado de conceitual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1EB6511F-9E64-4FEF-9BF7-B874670E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26F5D98F-3CFC-4ADB-872B-92CDA33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70D6A77-D119-448C-887C-FCB6978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Reconstruir o baseline suportado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AEEEE54-4948-49D8-B069-01F1C4DE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FB2CBC-766A-4047-8BF1-5944AB6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454AA7E4-422A-43A1-A2DF-FB78E30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7A7FE4-FDDA-4181-B906-D037BBE4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3/18</a:t>
            </a:r>
          </a:p>
        </p:txBody>
      </p:sp>
    </p:spTree>
    <p:extLst>
      <p:ext uri="{BB962C8B-B14F-4D97-AF65-F5344CB8AC3E}">
        <p14:creationId xmlns:p14="http://schemas.microsoft.com/office/powerpoint/2010/main" val="38734962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D735E2-AA12-4739-9890-42EE66B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base original continua valiosa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3BBA1B-C1D2-4BC7-9442-CF7FA692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Ambiente, seeds, ref, table, view e primeira Gold foram demonstrados.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5B4BD37D-7926-48B5-B168-62DEC85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Fundamentos bem posicionados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Materializações básicas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Primeiro fluxo Silver → Gold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7EA4206-BB8E-4AAE-8C47-BFA54CA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B0E97256-4E5E-4AD9-B55C-DC1433D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3D73939-D6EB-4FBD-B666-E82F388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38D10B4-CE0E-4969-BD8F-5343F2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882E36-A191-47B8-92B3-D508369D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396BDF2-78F1-4FC7-A392-C38B45C8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2B267D-87F2-4D97-91A8-8C2BDCB3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4/18</a:t>
            </a:r>
          </a:p>
        </p:txBody>
      </p:sp>
    </p:spTree>
    <p:extLst>
      <p:ext uri="{BB962C8B-B14F-4D97-AF65-F5344CB8AC3E}">
        <p14:creationId xmlns:p14="http://schemas.microsoft.com/office/powerpoint/2010/main" val="2106156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E7160B-23C1-4926-A55F-003712F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Produção começa no suportado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D99C82-B71C-4AEF-BE44-E37AA23D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Core 1.12 e DuckDB estável formam a trilha executável.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A73763D9-F6C3-430E-B21A-4ECCE7D0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Dependências fixadas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CI determinística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Preview sem comando obrigatório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A5D71CC5-CA40-46D9-86A5-6D8C4495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FFA32837-F3A9-44C2-8A24-101CC3F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BFE8D73-BCFA-43BA-BBF1-0F5BA2E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CE6FFDC-5C97-48C5-9D5C-B7B463F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03F2DE5-5E1A-4B20-829B-7B0ACEC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92897BF-40A8-4A13-9CEE-FB76E50C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C3F1D0-8A89-4E5C-BFE4-2D65767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5/18</a:t>
            </a:r>
          </a:p>
        </p:txBody>
      </p:sp>
    </p:spTree>
    <p:extLst>
      <p:ext uri="{BB962C8B-B14F-4D97-AF65-F5344CB8AC3E}">
        <p14:creationId xmlns:p14="http://schemas.microsoft.com/office/powerpoint/2010/main" val="41572246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F9F9B5-6834-4274-B341-EA19A8A6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Produção começa no suportado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48C66351-53C8-4FB4-9A4D-751B6D47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8B200F27-64B8-40DA-A77D-77F7435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F4F3791B-4222-4CFA-B703-9C72A49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50FBFE14-5A2A-43A6-A382-A633EB75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STABLE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732CC368-0E75-4F9E-BDDE-E1835C2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6FE9AD34-DD6E-4A02-804E-8860A4C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LOCAL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B325A06-0B1F-4935-B021-0199BA9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7CE49B-0052-44D2-92F0-E26D8B0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9B41ADE-0081-4C4A-8BC6-B45D7912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7A3F3F-0BF3-4286-B0C9-739ED82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6/18</a:t>
            </a:r>
          </a:p>
        </p:txBody>
      </p:sp>
    </p:spTree>
    <p:extLst>
      <p:ext uri="{BB962C8B-B14F-4D97-AF65-F5344CB8AC3E}">
        <p14:creationId xmlns:p14="http://schemas.microsoft.com/office/powerpoint/2010/main" val="1028372399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3DAD8-544A-4984-8879-6AF3F752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ref transforma SQL em um grafo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1D9697-3DC6-416B-BC60-0A0A466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Dependências explícitas habilitam ordem, seleção e linhagem.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48BA6553-211F-4E2A-A08E-DF6C56D3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source → staging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staging → Gold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Gold → consumidor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DFDBDFB-72C5-4D7B-919C-433284BF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8915342-0A0A-4BEC-9112-7B71CFB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CC3C63C-944A-44C1-BEA4-DBD3D869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D0F3595C-CB1D-45D9-B117-0501004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143ED7-CF4A-44DD-950A-905711A6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51880D3-05D1-4CC8-804C-7453DE29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ACAB37-F5A3-42F5-AB42-F3E3A681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7/18</a:t>
            </a:r>
          </a:p>
        </p:txBody>
      </p:sp>
    </p:spTree>
    <p:extLst>
      <p:ext uri="{BB962C8B-B14F-4D97-AF65-F5344CB8AC3E}">
        <p14:creationId xmlns:p14="http://schemas.microsoft.com/office/powerpoint/2010/main" val="1068036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F419A-1E9B-4658-8221-A544D60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ref transforma SQL em um grafo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750ABA8A-11A6-4110-893A-13124051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source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3FDCFAF4-A569-466A-868F-E1BF89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staging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D6EF3896-48D8-4B76-974B-E94CBA58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Gold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7A2B7336-1BCA-444F-9AD4-88B805B0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consumer</a:t>
            </a:r>
          </a:p>
        </p:txBody>
      </p:sp>
      <p:cxnSp>
        <p:nvCxnSpPr>
          <p:cNvPr id="18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B8C23A9B-C718-4379-8AA3-6F19B94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2969381-8740-4A4B-8916-B43311FA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5724807-D7F8-4C48-8325-FF63FB1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B010CD-F4E0-44A3-9A4D-999F37F9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8/18</a:t>
            </a:r>
          </a:p>
        </p:txBody>
      </p:sp>
    </p:spTree>
    <p:extLst>
      <p:ext uri="{BB962C8B-B14F-4D97-AF65-F5344CB8AC3E}">
        <p14:creationId xmlns:p14="http://schemas.microsoft.com/office/powerpoint/2010/main" val="1482625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8E634-B5A2-4F05-A1AA-E50ED0A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Artifacts respondem perguntas diferentes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11D381-E790-417A-B482-E27896D2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Manifest descreve o projeto; run_results registra a execução.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370E8CD-46DD-464B-B932-E7397539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 que existe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 que depende do quê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O que passou ou falhou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0DC34789-125C-441F-BC25-3437780B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BFB524B-630A-4F31-9009-C522130D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9E8BFAD-2E46-4BAA-88B1-0A9C454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5AE73A9-117F-4B81-9366-2125E1BE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3725ED-4C6C-4545-B8B0-FAA69E5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F81C619-6A1A-4AF1-8037-7D8F4C9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FA0034-9AD2-4C80-9137-78FC033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9/18</a:t>
            </a:r>
          </a:p>
        </p:txBody>
      </p:sp>
    </p:spTree>
    <p:extLst>
      <p:ext uri="{BB962C8B-B14F-4D97-AF65-F5344CB8AC3E}">
        <p14:creationId xmlns:p14="http://schemas.microsoft.com/office/powerpoint/2010/main" val="4784591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D2318-E7FD-483C-992B-576DB46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Artifacts respondem perguntas diferentes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7E307FEE-22BE-4BAE-AAF0-E90E617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EC5FF"/>
                </a:solidFill>
              </a:defRPr>
            </a:pPr>
            <a:r>
              <a:rPr sz="2100" b="1">
                <a:solidFill>
                  <a:srgbClr val="1EC5FF"/>
                </a:solidFill>
              </a:rPr>
              <a:t>Build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4AF8ED4F-1657-4060-A388-7AAFED1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BE8C"/>
                </a:solidFill>
              </a:defRPr>
            </a:pPr>
            <a:r>
              <a:rPr sz="2100" b="1">
                <a:solidFill>
                  <a:srgbClr val="2DBE8C"/>
                </a:solidFill>
              </a:rPr>
              <a:t>Artifacts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83D674A-1E75-459D-99CA-92D083DA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97971419-5693-4B38-AA71-7D63A65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O que existe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O que depende do quê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85A2F60F-3E08-4264-897D-C3FF971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O que passou ou falhou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6DA61D3-D102-4E6F-8EC8-CB3EAA7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4B5BBC-88F9-47AF-88E8-288E2176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6423EBC-BE68-4A2D-9783-5E8A1EE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2BF9BE-4361-48C0-B087-A93260A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10/18</a:t>
            </a:r>
          </a:p>
        </p:txBody>
      </p:sp>
    </p:spTree>
    <p:extLst>
      <p:ext uri="{BB962C8B-B14F-4D97-AF65-F5344CB8AC3E}">
        <p14:creationId xmlns:p14="http://schemas.microsoft.com/office/powerpoint/2010/main" val="722200293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20C7D5-F325-46AC-8493-EEBD86B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0C1D5F67-68BD-4385-A6A5-016021A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CBBE08DE-23FD-4A96-AFA7-5B20BD6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01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C95E398B-750A-477C-AFAF-8CE0611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7125C4A-C9BF-45CF-AA18-04288C0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F7D096B-0592-4D78-873F-E87233B5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CA4FC4E-7E2D-447F-B1DA-81E1BF15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757FCB-C1D5-422C-ABC4-9620CDD4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11/18</a:t>
            </a:r>
          </a:p>
        </p:txBody>
      </p:sp>
    </p:spTree>
    <p:extLst>
      <p:ext uri="{BB962C8B-B14F-4D97-AF65-F5344CB8AC3E}">
        <p14:creationId xmlns:p14="http://schemas.microsoft.com/office/powerpoint/2010/main" val="1101685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4F1E5F-FCF2-4423-B44A-6A758DF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4560EB09-4031-4869-8CBD-9E1FBF7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0D50119-DE66-4168-9A2E-3B18A14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8 pedidos na amostra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C364F7EF-FC5D-42FA-B011-B2140D17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D965E932-8132-4823-8AC3-851163C2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B74DDDE-2270-4059-BE6A-D2858F23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Manifest e catálogo gerados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9232820C-66EF-435B-B258-02195F66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38CA152F-7C3C-4DD3-BC3B-02AB8449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C860EA0-025F-4C49-8A87-D5B85E65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Semantic manifest e OSI válidos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2BF2234-BCE9-424E-9CE7-C5E45DD2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CCF2BA-F53E-40AB-8E47-64BE3FF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2FA2050-48D5-4DFC-AB25-69CAAC80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BD959B-8CF1-4021-81A7-4E1023A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12/18</a:t>
            </a:r>
          </a:p>
        </p:txBody>
      </p:sp>
    </p:spTree>
    <p:extLst>
      <p:ext uri="{BB962C8B-B14F-4D97-AF65-F5344CB8AC3E}">
        <p14:creationId xmlns:p14="http://schemas.microsoft.com/office/powerpoint/2010/main" val="355035646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494651B-7988-4D9D-B617-F1B2243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29FF96A6-DC04-4FAD-8086-335E1B4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Baseline reproduzido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6E5CC1B5-D6DE-4264-BDFB-EAF7DDA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01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F314F0A-7CE3-4AAD-BBE4-B2B0FA5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0CBA09C-6434-4476-A80E-669E3EC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428B6EF-5E42-4603-B906-871B33E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7D6351F-62F6-4659-8E0C-2B9172F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B45A18D-FE94-4709-AB96-9A9A3C7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22DEC6-A6DE-46CB-9CD9-89AE5B8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13/18</a:t>
            </a:r>
          </a:p>
        </p:txBody>
      </p:sp>
    </p:spTree>
    <p:extLst>
      <p:ext uri="{BB962C8B-B14F-4D97-AF65-F5344CB8AC3E}">
        <p14:creationId xmlns:p14="http://schemas.microsoft.com/office/powerpoint/2010/main" val="13905656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BE8022-91A4-4F51-9543-76A8B6FF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7BBDBA59-2857-4EC2-891A-5839B48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CA8FCA0-8B14-48D5-88AA-43D2D0D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artifact auditável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90410F1A-38DD-4DDE-BFB6-06282884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54A9717A-CE7B-42F1-8D53-F64B149B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FFA8C74-B147-45EB-9F7D-69C8FEF6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versões reproduzíveis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258BE137-7E63-4930-834B-FBC1A4E5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842D94B2-E6F9-4585-891B-F44EB249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EEAF4C9-0219-435C-87CE-766906E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contexto antes de SQL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44FB903-53F4-4DB8-9BCE-F13F8DC8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4D0CDF-16BA-4385-B919-B7ABD3F4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6DE26DB6-4D8F-47E9-A71B-8F7727E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4138F8-2E5A-4CE5-BECF-01F8A174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14/18</a:t>
            </a:r>
          </a:p>
        </p:txBody>
      </p:sp>
    </p:spTree>
    <p:extLst>
      <p:ext uri="{BB962C8B-B14F-4D97-AF65-F5344CB8AC3E}">
        <p14:creationId xmlns:p14="http://schemas.microsoft.com/office/powerpoint/2010/main" val="2104760436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D7F32624-C71A-4BC9-934D-7689FA2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8 / 740 / 630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9609985C-A37D-4CD5-A0E9-87B66DD3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pedidos / receita bruta / entregue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7AE8BFD6-5378-42F4-BA1B-66BEF6A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546F5CD4-C548-4F49-88E5-98AB863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Ground truth da amostra Olist do curso.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AF8A4F5-2C7D-4E05-8499-12D1827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B16BC6-3254-45B7-940C-9CBD68EE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39ADF13-CF7C-4E8D-BC6D-0B4B364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23C624-2F01-4D56-AD1C-26631044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15/18</a:t>
            </a:r>
          </a:p>
        </p:txBody>
      </p:sp>
    </p:spTree>
    <p:extLst>
      <p:ext uri="{BB962C8B-B14F-4D97-AF65-F5344CB8AC3E}">
        <p14:creationId xmlns:p14="http://schemas.microsoft.com/office/powerpoint/2010/main" val="1305496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E9731-C0DC-4A6F-84CC-4F9859F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F3000498-FFD7-4031-82F4-760D563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Incremental, testes e deploy não estavam implementados na série original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Artifacts não substituem monitoramento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Core 2.0 não entra na aceitação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91F412C-591A-4F9F-A2C1-A9A11C1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C5DE50-02D3-4443-8D93-8DED096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7631398-0929-4D12-88C3-CF67C52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9998F4-944C-4678-9C8E-6FC0E42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16/18</a:t>
            </a:r>
          </a:p>
        </p:txBody>
      </p:sp>
    </p:spTree>
    <p:extLst>
      <p:ext uri="{BB962C8B-B14F-4D97-AF65-F5344CB8AC3E}">
        <p14:creationId xmlns:p14="http://schemas.microsoft.com/office/powerpoint/2010/main" val="1873332413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B2021F54-D31C-4A11-BF43-CDE583E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82B4D82D-F34F-4E97-8B26-06A20925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Novidade não substitui maturidade: Core 2.0 e Fusion aparecem sem recomendação de produção.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B33689D4-686E-4014-A9D3-5B9603B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7C5A35B-F8E4-4F47-B968-33E5392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B47B97D3-52CC-4C3E-8224-AF6C253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4CA2D0AB-10F5-4C18-9837-87B5EA8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F4B599-E729-4F35-B701-E5F823F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75695EF-ECF7-47A2-845C-C88FBB7E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4D9AD1-C771-498D-A34C-9EC2AF4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17/18</a:t>
            </a:r>
          </a:p>
        </p:txBody>
      </p:sp>
    </p:spTree>
    <p:extLst>
      <p:ext uri="{BB962C8B-B14F-4D97-AF65-F5344CB8AC3E}">
        <p14:creationId xmlns:p14="http://schemas.microsoft.com/office/powerpoint/2010/main" val="8425395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97E780FA-3E8F-4C84-A051-18C87BC5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BA630CC7-BB1F-4229-A4A3-0BC0AAE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Reproduza o checkpoint e abra manifest.json antes do episódio 2.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213418D3-BE8B-4BD4-8659-CD34D27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01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5DDFA44-6DDD-4865-AAA2-D6000F9A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E8E095-A18B-442A-AB7A-669E7393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1027B87-5772-471A-BDA3-84706D6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3414CC-F1B2-4171-B84D-1A9B41A1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18/18</a:t>
            </a:r>
          </a:p>
        </p:txBody>
      </p:sp>
    </p:spTree>
    <p:extLst>
      <p:ext uri="{BB962C8B-B14F-4D97-AF65-F5344CB8AC3E}">
        <p14:creationId xmlns:p14="http://schemas.microsoft.com/office/powerpoint/2010/main" val="95176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2026-09-02T00:42:40.7150000Z</dcterms:created>
  <dcterms:modified xsi:type="dcterms:W3CDTF">2026-09-02T00:42:40.7150000Z</dcterms:modified>
</coreProperties>
</file>