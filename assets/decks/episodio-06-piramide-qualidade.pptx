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7987d215fa47a7" /><Relationship Type="http://schemas.openxmlformats.org/officeDocument/2006/relationships/extended-properties" Target="/docProps/app.xml" Id="Re5cb80483d144386" /><Relationship Type="http://schemas.openxmlformats.org/officeDocument/2006/relationships/officeDocument" Target="/ppt/presentation.xml" Id="Rbced9f74e8a244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e6b04d3b044507"/>
    <p:sldMasterId xmlns:r="http://schemas.openxmlformats.org/officeDocument/2006/relationships" id="2147483650" r:id="R1654ad3da36b4fb8"/>
  </p:sldMasterIdLst>
  <p:notesMasterIdLst>
    <p:notesMasterId xmlns:r="http://schemas.openxmlformats.org/officeDocument/2006/relationships" r:id="R4f6fd74b1c0a4e1c"/>
  </p:notesMasterIdLst>
  <p:sldIdLst>
    <p:sldId xmlns:r="http://schemas.openxmlformats.org/officeDocument/2006/relationships" id="256" r:id="R70a5a9d07f9145bf"/>
    <p:sldId xmlns:r="http://schemas.openxmlformats.org/officeDocument/2006/relationships" id="257" r:id="Rd416673d77b6470c"/>
    <p:sldId xmlns:r="http://schemas.openxmlformats.org/officeDocument/2006/relationships" id="258" r:id="Re100ae4370b640b2"/>
    <p:sldId xmlns:r="http://schemas.openxmlformats.org/officeDocument/2006/relationships" id="259" r:id="Ra3b764555740460c"/>
    <p:sldId xmlns:r="http://schemas.openxmlformats.org/officeDocument/2006/relationships" id="260" r:id="R8d101ef31a384639"/>
    <p:sldId xmlns:r="http://schemas.openxmlformats.org/officeDocument/2006/relationships" id="261" r:id="Rd861a3fae8f145a1"/>
    <p:sldId xmlns:r="http://schemas.openxmlformats.org/officeDocument/2006/relationships" id="262" r:id="R664ba95989f5435c"/>
    <p:sldId xmlns:r="http://schemas.openxmlformats.org/officeDocument/2006/relationships" id="263" r:id="R86b274abc5154b33"/>
    <p:sldId xmlns:r="http://schemas.openxmlformats.org/officeDocument/2006/relationships" id="264" r:id="Rcf6659893ae14e35"/>
    <p:sldId xmlns:r="http://schemas.openxmlformats.org/officeDocument/2006/relationships" id="265" r:id="R852b8c553df7467c"/>
    <p:sldId xmlns:r="http://schemas.openxmlformats.org/officeDocument/2006/relationships" id="266" r:id="R3d84ca0bff33418c"/>
    <p:sldId xmlns:r="http://schemas.openxmlformats.org/officeDocument/2006/relationships" id="267" r:id="Rc455616cc30a4611"/>
    <p:sldId xmlns:r="http://schemas.openxmlformats.org/officeDocument/2006/relationships" id="268" r:id="R1f41281aadce44a2"/>
    <p:sldId xmlns:r="http://schemas.openxmlformats.org/officeDocument/2006/relationships" id="269" r:id="R2f2ff6f472d9445c"/>
    <p:sldId xmlns:r="http://schemas.openxmlformats.org/officeDocument/2006/relationships" id="270" r:id="R4524d99491f54445"/>
    <p:sldId xmlns:r="http://schemas.openxmlformats.org/officeDocument/2006/relationships" id="271" r:id="Rabc1c71e2fbf4339"/>
    <p:sldId xmlns:r="http://schemas.openxmlformats.org/officeDocument/2006/relationships" id="272" r:id="R2271000a2df14825"/>
    <p:sldId xmlns:r="http://schemas.openxmlformats.org/officeDocument/2006/relationships" id="273" r:id="R6b75c093fba1458a"/>
    <p:sldId xmlns:r="http://schemas.openxmlformats.org/officeDocument/2006/relationships" id="274" r:id="R99549ec24af24836"/>
    <p:sldId xmlns:r="http://schemas.openxmlformats.org/officeDocument/2006/relationships" id="275" r:id="R13cee77effdc4e27"/>
    <p:sldId xmlns:r="http://schemas.openxmlformats.org/officeDocument/2006/relationships" id="276" r:id="R875004cccdad41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cc21ec84f346c9" /><Relationship Type="http://schemas.openxmlformats.org/officeDocument/2006/relationships/slideMaster" Target="/ppt/slideMasters/slideMaster1.xml" Id="R0be6b04d3b044507" /><Relationship Type="http://schemas.openxmlformats.org/officeDocument/2006/relationships/slideMaster" Target="/ppt/slideMasters/slideMaster2.xml" Id="R1654ad3da36b4fb8" /><Relationship Type="http://schemas.openxmlformats.org/officeDocument/2006/relationships/notesMaster" Target="/ppt/notesMasters/notesMaster1.xml" Id="R4f6fd74b1c0a4e1c" /><Relationship Type="http://schemas.openxmlformats.org/officeDocument/2006/relationships/presProps" Target="/ppt/presProps.xml" Id="R38419925d146416a" /><Relationship Type="http://schemas.openxmlformats.org/officeDocument/2006/relationships/tableStyles" Target="/ppt/tableStyles.xml" Id="R6d80761c3e9248f7" /><Relationship Type="http://schemas.openxmlformats.org/officeDocument/2006/relationships/slide" Target="/ppt/slides/slide1.xml" Id="R70a5a9d07f9145bf" /><Relationship Type="http://schemas.openxmlformats.org/officeDocument/2006/relationships/slide" Target="/ppt/slides/slide2.xml" Id="Rd416673d77b6470c" /><Relationship Type="http://schemas.openxmlformats.org/officeDocument/2006/relationships/slide" Target="/ppt/slides/slide3.xml" Id="Re100ae4370b640b2" /><Relationship Type="http://schemas.openxmlformats.org/officeDocument/2006/relationships/slide" Target="/ppt/slides/slide4.xml" Id="Ra3b764555740460c" /><Relationship Type="http://schemas.openxmlformats.org/officeDocument/2006/relationships/slide" Target="/ppt/slides/slide5.xml" Id="R8d101ef31a384639" /><Relationship Type="http://schemas.openxmlformats.org/officeDocument/2006/relationships/slide" Target="/ppt/slides/slide6.xml" Id="Rd861a3fae8f145a1" /><Relationship Type="http://schemas.openxmlformats.org/officeDocument/2006/relationships/slide" Target="/ppt/slides/slide7.xml" Id="R664ba95989f5435c" /><Relationship Type="http://schemas.openxmlformats.org/officeDocument/2006/relationships/slide" Target="/ppt/slides/slide8.xml" Id="R86b274abc5154b33" /><Relationship Type="http://schemas.openxmlformats.org/officeDocument/2006/relationships/slide" Target="/ppt/slides/slide9.xml" Id="Rcf6659893ae14e35" /><Relationship Type="http://schemas.openxmlformats.org/officeDocument/2006/relationships/slide" Target="/ppt/slides/slide10.xml" Id="R852b8c553df7467c" /><Relationship Type="http://schemas.openxmlformats.org/officeDocument/2006/relationships/slide" Target="/ppt/slides/slide11.xml" Id="R3d84ca0bff33418c" /><Relationship Type="http://schemas.openxmlformats.org/officeDocument/2006/relationships/slide" Target="/ppt/slides/slide12.xml" Id="Rc455616cc30a4611" /><Relationship Type="http://schemas.openxmlformats.org/officeDocument/2006/relationships/slide" Target="/ppt/slides/slide13.xml" Id="R1f41281aadce44a2" /><Relationship Type="http://schemas.openxmlformats.org/officeDocument/2006/relationships/slide" Target="/ppt/slides/slide14.xml" Id="R2f2ff6f472d9445c" /><Relationship Type="http://schemas.openxmlformats.org/officeDocument/2006/relationships/slide" Target="/ppt/slides/slide15.xml" Id="R4524d99491f54445" /><Relationship Type="http://schemas.openxmlformats.org/officeDocument/2006/relationships/slide" Target="/ppt/slides/slide16.xml" Id="Rabc1c71e2fbf4339" /><Relationship Type="http://schemas.openxmlformats.org/officeDocument/2006/relationships/slide" Target="/ppt/slides/slide17.xml" Id="R2271000a2df14825" /><Relationship Type="http://schemas.openxmlformats.org/officeDocument/2006/relationships/slide" Target="/ppt/slides/slide18.xml" Id="R6b75c093fba1458a" /><Relationship Type="http://schemas.openxmlformats.org/officeDocument/2006/relationships/slide" Target="/ppt/slides/slide19.xml" Id="R99549ec24af24836" /><Relationship Type="http://schemas.openxmlformats.org/officeDocument/2006/relationships/slide" Target="/ppt/slides/slide20.xml" Id="R13cee77effdc4e27" /><Relationship Type="http://schemas.openxmlformats.org/officeDocument/2006/relationships/slide" Target="/ppt/slides/slide21.xml" Id="R875004cccdad41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e76db075c27348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ac575b768544da" /><Relationship Type="http://schemas.openxmlformats.org/officeDocument/2006/relationships/notesMaster" Target="/ppt/notesMasters/notesMaster1.xml" Id="Rc7d7d53acb9645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cb8a67abec471d" /><Relationship Type="http://schemas.openxmlformats.org/officeDocument/2006/relationships/notesMaster" Target="/ppt/notesMasters/notesMaster1.xml" Id="Rb57d19f3a10a4e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a063e7a3d84700" /><Relationship Type="http://schemas.openxmlformats.org/officeDocument/2006/relationships/notesMaster" Target="/ppt/notesMasters/notesMaster1.xml" Id="R79d92ea7266344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e2175811784cba" /><Relationship Type="http://schemas.openxmlformats.org/officeDocument/2006/relationships/notesMaster" Target="/ppt/notesMasters/notesMaster1.xml" Id="Re8fab77faeb843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f99060a4a64a1d" /><Relationship Type="http://schemas.openxmlformats.org/officeDocument/2006/relationships/notesMaster" Target="/ppt/notesMasters/notesMaster1.xml" Id="R9b2cc0e4c31144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3dbd01815f4d40" /><Relationship Type="http://schemas.openxmlformats.org/officeDocument/2006/relationships/notesMaster" Target="/ppt/notesMasters/notesMaster1.xml" Id="R54ff8675604748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73849c30254115" /><Relationship Type="http://schemas.openxmlformats.org/officeDocument/2006/relationships/notesMaster" Target="/ppt/notesMasters/notesMaster1.xml" Id="R6658671554a34f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888618c6484b94" /><Relationship Type="http://schemas.openxmlformats.org/officeDocument/2006/relationships/notesMaster" Target="/ppt/notesMasters/notesMaster1.xml" Id="R579fc22012494d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71dc785fde4b7b" /><Relationship Type="http://schemas.openxmlformats.org/officeDocument/2006/relationships/notesMaster" Target="/ppt/notesMasters/notesMaster1.xml" Id="R5ff8795fef0949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e514c9d3a94a0c" /><Relationship Type="http://schemas.openxmlformats.org/officeDocument/2006/relationships/notesMaster" Target="/ppt/notesMasters/notesMaster1.xml" Id="Rfee3f278a1c742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b4ffd4d5794cf4" /><Relationship Type="http://schemas.openxmlformats.org/officeDocument/2006/relationships/notesMaster" Target="/ppt/notesMasters/notesMaster1.xml" Id="Rc745c8c7b987455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5201e6a9bf4fb7" /><Relationship Type="http://schemas.openxmlformats.org/officeDocument/2006/relationships/notesMaster" Target="/ppt/notesMasters/notesMaster1.xml" Id="R1bb8a7ec633b439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e40b39ef77e4d80" /><Relationship Type="http://schemas.openxmlformats.org/officeDocument/2006/relationships/notesMaster" Target="/ppt/notesMasters/notesMaster1.xml" Id="R579c10c66bc64ed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7eb80740ff04672" /><Relationship Type="http://schemas.openxmlformats.org/officeDocument/2006/relationships/notesMaster" Target="/ppt/notesMasters/notesMaster1.xml" Id="R1323355bf3974ac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f7cbec7a284450" /><Relationship Type="http://schemas.openxmlformats.org/officeDocument/2006/relationships/notesMaster" Target="/ppt/notesMasters/notesMaster1.xml" Id="R6d80c95bff494a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1493727f9054cd2" /><Relationship Type="http://schemas.openxmlformats.org/officeDocument/2006/relationships/notesMaster" Target="/ppt/notesMasters/notesMaster1.xml" Id="R262c1b7a384c4d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3b5c5a00dd64218" /><Relationship Type="http://schemas.openxmlformats.org/officeDocument/2006/relationships/notesMaster" Target="/ppt/notesMasters/notesMaster1.xml" Id="R8a0d285a177644e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78ae8b0aa6e45b1" /><Relationship Type="http://schemas.openxmlformats.org/officeDocument/2006/relationships/notesMaster" Target="/ppt/notesMasters/notesMaster1.xml" Id="Rc8c0b386537f4a2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e22df5094344e05" /><Relationship Type="http://schemas.openxmlformats.org/officeDocument/2006/relationships/notesMaster" Target="/ppt/notesMasters/notesMaster1.xml" Id="Rbd39127bd2c4428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7af302750324376" /><Relationship Type="http://schemas.openxmlformats.org/officeDocument/2006/relationships/notesMaster" Target="/ppt/notesMasters/notesMaster1.xml" Id="R845f612b910c414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8c45821c7e34283" /><Relationship Type="http://schemas.openxmlformats.org/officeDocument/2006/relationships/notesMaster" Target="/ppt/notesMasters/notesMaster1.xml" Id="Ra46f3fa280004d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objetivo do EPISÓDIO 6 e conecte-o ao checkpoint executável. not_null pode passar enquanto um prazo devolve menos cinco dias.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not_null pode passar enquanto um prazo devolve menos cinco dias. Use o diagrama para antecipar o problema que será comprovado no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os três resultados observáveis da aula: Separar cinco mecanismos; Isolar uma regra funcional; Testar freshness sem depender da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Unit, contrato, data test, freshness e observabilidade cobrem riscos distintos. Desenvolva os pontos: Lógica; Estrutura; População; Atraso; Comportamento.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Unit, contrato, data test, freshness e observabilidade cobrem riscos distintos. Lógica Estrutura População Atraso Comportamento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Compra em 1º e entrega em 5 de janeiro devem produzir quatro dias positivos. Desenvolva os pontos: Entrada mínima; Saída esperada; Regressão determinística.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Compra em 1º e entrega em 5 de janeiro devem produzir quatro dias positivos. Entrada mínima Saída esperada Regressão determinística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Unit tests validam lógica SQL antes de materializar toda a população. Desenvolva os pontos: Inputs estáticos; Modelo selecionado; Falha localizada.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Unit tests validam lógica SQL antes de materializar toda a população. Inputs estáticos Modelo selecionado Falha localizada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população materializada pode falhar mesmo quando o exemplo unitário passa. Desenvolva os pontos: unique e not_null; accepted_values; Regra delivered_revenue.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A população materializada pode falhar mesmo quando o exemplo unitário passa. unique e not_null accepted_values Regra delivered_revenue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Uma fixture recente passa; a mesma carga envelhecida deve falhar. Desenvolva os pontos: loaded_at_field; SLA explícito; Teste positivo e negativo.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Uma fixture recente passa; a mesma carga envelhecida deve falhar. loaded_at_field SLA explícito Teste positivo e negativo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python course.py checkpoint 06. Pause para o aluno acompanhar o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Durante a execução, destaque: Unit test do intervalo; 25 data tests; Freshness recente e envelhecida.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Confirme o resultado esperado: 45 PASS · 1 NO-OP · 0 erros. Se o valor divergir, não avance sem investigar.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a técnica aos efeitos: Governança: risco e owner; FinOps: controle na etapa barata; IA: interfaces testadas. Não prometa economia sem medição.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+4 dias: resultado esperado do bug de data. Mini-case reproduzido no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os limites sem minimizá-los: Freshness não mede volume; Teste pesado pode custar; Alerta sem runbook vira ruído.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Engines novas antecipam parse; não substituem testes, freshness ou SLO. Reforce que beta e preview não fazem parte da aceitação.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Escreva o menor unit test que reproduz um bug possível. Encerre conectando a aula ao próximo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0f14de73b74c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efe96061b88426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07fbdd4144a4b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adf67bd8264c61" /><Relationship Type="http://schemas.openxmlformats.org/officeDocument/2006/relationships/slideLayout" Target="/ppt/slideLayouts/slideLayout1.xml" Id="R5b5ef029fe3a439c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56636f56efad4efd" /><Relationship Type="http://schemas.openxmlformats.org/officeDocument/2006/relationships/slideLayout" Target="/ppt/slideLayouts/slideLayout2.xml" Id="Rd4f82fa04220491d" /><Relationship Type="http://schemas.openxmlformats.org/officeDocument/2006/relationships/slideLayout" Target="/ppt/slideLayouts/slideLayout3.xml" Id="R1aed1e2d37fd40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5ef029fe3a43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d4f82fa04220491d"/>
    <p:sldLayoutId xmlns:r="http://schemas.openxmlformats.org/officeDocument/2006/relationships" id="2147483652" r:id="R1aed1e2d37fd404b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4841cca4694da3" /><Relationship Type="http://schemas.openxmlformats.org/officeDocument/2006/relationships/image" Target="/ppt/media/image.jpeg" Id="Raca5180123ad4796" /><Relationship Type="http://schemas.openxmlformats.org/officeDocument/2006/relationships/notesSlide" Target="/ppt/notesSlides/notesSlide1.xml" Id="R1c926a242b854d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e21de7dae064168" /><Relationship Type="http://schemas.openxmlformats.org/officeDocument/2006/relationships/image" Target="/ppt/media/image.png" Id="R2bce0602c7d04ed4" /><Relationship Type="http://schemas.openxmlformats.org/officeDocument/2006/relationships/notesSlide" Target="/ppt/notesSlides/notesSlide2.xml" Id="R32c4cafae08445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1381bd20934626" /><Relationship Type="http://schemas.openxmlformats.org/officeDocument/2006/relationships/notesSlide" Target="/ppt/notesSlides/notesSlide3.xml" Id="R692933736fe84c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04e47d201349a2" /><Relationship Type="http://schemas.openxmlformats.org/officeDocument/2006/relationships/notesSlide" Target="/ppt/notesSlides/notesSlide4.xml" Id="R33d56fcce3b248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e15c2060ad443e" /><Relationship Type="http://schemas.openxmlformats.org/officeDocument/2006/relationships/notesSlide" Target="/ppt/notesSlides/notesSlide5.xml" Id="R0884754bc47d47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d10b3be3ff14130" /><Relationship Type="http://schemas.openxmlformats.org/officeDocument/2006/relationships/notesSlide" Target="/ppt/notesSlides/notesSlide6.xml" Id="R177765bfd7db4a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0341795aa14b4c" /><Relationship Type="http://schemas.openxmlformats.org/officeDocument/2006/relationships/notesSlide" Target="/ppt/notesSlides/notesSlide7.xml" Id="R822bb8c54d524f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181d563eea4e6e" /><Relationship Type="http://schemas.openxmlformats.org/officeDocument/2006/relationships/notesSlide" Target="/ppt/notesSlides/notesSlide8.xml" Id="R54404a3a70394e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de134a38a94394" /><Relationship Type="http://schemas.openxmlformats.org/officeDocument/2006/relationships/image" Target="/ppt/media/image2.png" Id="Rec23ed8328214fc9" /><Relationship Type="http://schemas.openxmlformats.org/officeDocument/2006/relationships/notesSlide" Target="/ppt/notesSlides/notesSlide9.xml" Id="R1dc09f6612e84c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e0ddefc6ee5478c" /><Relationship Type="http://schemas.openxmlformats.org/officeDocument/2006/relationships/notesSlide" Target="/ppt/notesSlides/notesSlide10.xml" Id="R685a8365df4146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2b8b30eac24d4d" /><Relationship Type="http://schemas.openxmlformats.org/officeDocument/2006/relationships/notesSlide" Target="/ppt/notesSlides/notesSlide11.xml" Id="Rb1b000de6fe74d6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7c556a33014414" /><Relationship Type="http://schemas.openxmlformats.org/officeDocument/2006/relationships/notesSlide" Target="/ppt/notesSlides/notesSlide12.xml" Id="R303d77572b2245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dbc11dde08743f2" /><Relationship Type="http://schemas.openxmlformats.org/officeDocument/2006/relationships/notesSlide" Target="/ppt/notesSlides/notesSlide13.xml" Id="R54418574f4ea42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7de31d0fc6450a" /><Relationship Type="http://schemas.openxmlformats.org/officeDocument/2006/relationships/notesSlide" Target="/ppt/notesSlides/notesSlide14.xml" Id="Rbd12dfd13b0043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a4a54a902074bed" /><Relationship Type="http://schemas.openxmlformats.org/officeDocument/2006/relationships/notesSlide" Target="/ppt/notesSlides/notesSlide15.xml" Id="Rf1d7ade3d82543f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7b3b8ad74b469e" /><Relationship Type="http://schemas.openxmlformats.org/officeDocument/2006/relationships/notesSlide" Target="/ppt/notesSlides/notesSlide16.xml" Id="R3e9a7a5859764ab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1e7b0a2ccfe4af2" /><Relationship Type="http://schemas.openxmlformats.org/officeDocument/2006/relationships/notesSlide" Target="/ppt/notesSlides/notesSlide17.xml" Id="Rb18e21ee3c3d400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2ccd718eaa48e9" /><Relationship Type="http://schemas.openxmlformats.org/officeDocument/2006/relationships/notesSlide" Target="/ppt/notesSlides/notesSlide18.xml" Id="Rfb2bd213a1334db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6e0a116a5b48eb" /><Relationship Type="http://schemas.openxmlformats.org/officeDocument/2006/relationships/notesSlide" Target="/ppt/notesSlides/notesSlide19.xml" Id="R0d05cdbe035d434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2d99c2db984ef0" /><Relationship Type="http://schemas.openxmlformats.org/officeDocument/2006/relationships/notesSlide" Target="/ppt/notesSlides/notesSlide20.xml" Id="R04db57417e39461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f6a21490ecd44e7" /><Relationship Type="http://schemas.openxmlformats.org/officeDocument/2006/relationships/notesSlide" Target="/ppt/notesSlides/notesSlide21.xml" Id="R84b225201eb843ff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 descr="Ilustração conceitual autoral da capa: EPISÓDIO 6 — A pirâmide moderna de qualidade de dado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5180123ad4796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BB73F186-C5E9-41A4-8A37-068C6058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06FFE402-0662-44F7-8B41-8C540D58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3ED7ADDE-AB90-42EF-BD29-BAEB5EB7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6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C52BD30-06CE-45F4-8983-689DE4C4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A pirâmide moderna de qualidade de dados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50AFE15-9CD1-4934-89A6-07E12B97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Cada risco pede um mecanismo de detecção diferente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9846C2FE-4E5F-4EC4-B67F-7A19AD81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3318548C-0295-40A4-81EB-7CBB659A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06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9352842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A8FBC774-33B1-4857-9011-75757B00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not_null pode passar enquanto um prazo devolve menos cinco dias.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AE7E9BF7-704D-441C-BA20-0185D94F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E654438A-0445-4DE4-A7BC-2AD4A9F3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321C4213-8C0E-4815-BC49-7C192B22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4" name="" descr="Diagrama didático autoral que apresenta: not_null pode passar enquanto um prazo devolve menos cinco dias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ce0602c7d04ed4"/>
          <a:stretch xmlns:a="http://schemas.openxmlformats.org/drawingml/2006/main"/>
        </p:blipFill>
        <p:spPr>
          <a:xfrm xmlns:a="http://schemas.openxmlformats.org/drawingml/2006/main">
            <a:off x="1813880" y="3790950"/>
            <a:ext cx="8564241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5E7342A-E4E3-4900-86CD-52CC333B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E99DD0A-F085-4ECC-AD67-2079C638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09A04704-21B0-441D-A568-3BFA8CA2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C0F508-06B0-4D92-94B6-04AAE4C9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2/21</a:t>
            </a:r>
          </a:p>
        </p:txBody>
      </p:sp>
    </p:spTree>
    <p:extLst>
      <p:ext uri="{BB962C8B-B14F-4D97-AF65-F5344CB8AC3E}">
        <p14:creationId xmlns:p14="http://schemas.microsoft.com/office/powerpoint/2010/main" val="1543525688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B53A5E-EED3-4787-BC8F-6B0491E8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80526130-E81C-4121-89F4-1D52FA3A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60F6200E-C483-45CF-A794-B38DD10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Separar cinco mecanismos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631B360D-C404-46A6-965A-C50A0465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11A29224-C706-4003-B43B-20959DC7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19308BE8-AC1F-4436-8AC2-8F569EF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Isolar uma regra funcional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908D2AD0-39F2-463D-B4EF-3EA2962B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2708816-F156-45D5-85AF-DAC7655B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5F1F54B-2156-47EF-8E6C-D83ABF84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Testar freshness sem depender da data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902165E-4334-431F-8CA4-B47DAE5C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1CFBA81-FCA1-4957-A3FF-D7ED53E3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538DBD12-E669-4AC9-9650-F11F4A4F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07D55F4-CD5C-4CD5-92A7-734A7F12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3/21</a:t>
            </a:r>
          </a:p>
        </p:txBody>
      </p:sp>
    </p:spTree>
    <p:extLst>
      <p:ext uri="{BB962C8B-B14F-4D97-AF65-F5344CB8AC3E}">
        <p14:creationId xmlns:p14="http://schemas.microsoft.com/office/powerpoint/2010/main" val="1601852008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328006-DD39-46C4-A0CA-FBF03844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Cinco perguntas, cinco mecanismos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161D085-7538-46F8-9B4E-F5A0514B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Unit, contrato, data test, freshness e observabilidade cobrem riscos distintos.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8BDCA689-66F5-4D29-B562-A0DD2E71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Lógica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Estrutura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População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Atraso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Comportamento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577BE1D-F25A-4641-9E2C-E1DFD2ED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07B51E0-A5F6-485E-B35F-54BB146F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C05FC20-D242-457E-AF71-375CB5B7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4E4150E-CAE4-40F0-8404-1298F04D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AAC83D9-0141-40A5-A794-57794EE3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1565F0E-0F66-4D88-B365-1D6BA7EF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AD0E6A2-42DF-45C9-8913-B76B3E3A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4/21</a:t>
            </a:r>
          </a:p>
        </p:txBody>
      </p:sp>
    </p:spTree>
    <p:extLst>
      <p:ext uri="{BB962C8B-B14F-4D97-AF65-F5344CB8AC3E}">
        <p14:creationId xmlns:p14="http://schemas.microsoft.com/office/powerpoint/2010/main" val="7049068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95132F-761D-4B83-816A-F04BACA6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Cinco perguntas, cinco mecanismos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33645E7E-3AE5-4812-8CDA-292E8062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Contrato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995BE518-B3DC-47CD-8BB3-6FB1BAA6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Unit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9F45FD96-811B-4597-9D93-AC0D1AA5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Data</a:t>
            </a:r>
          </a:p>
        </p:txBody>
      </p:sp>
      <p:sp>
        <p:nvSpPr>
          <p:cNvPr id="5" name="layer-4">
            <a:extLst xmlns:a="http://schemas.openxmlformats.org/drawingml/2006/main">
              <a:ext uri="{FF2B5EF4-FFF2-40B4-BE49-F238E27FC236}">
                <a16:creationId xmlns:a16="http://schemas.microsoft.com/office/drawing/2014/main" id="{39FFAB00-C983-4DAC-ADD5-55930377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2867025"/>
            <a:ext cx="5572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Freshness</a:t>
            </a:r>
          </a:p>
        </p:txBody>
      </p:sp>
      <p:sp>
        <p:nvSpPr>
          <p:cNvPr id="6" name="layer-5">
            <a:extLst xmlns:a="http://schemas.openxmlformats.org/drawingml/2006/main">
              <a:ext uri="{FF2B5EF4-FFF2-40B4-BE49-F238E27FC236}">
                <a16:creationId xmlns:a16="http://schemas.microsoft.com/office/drawing/2014/main" id="{6261FC85-9883-468B-A076-113D1AD4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219325"/>
            <a:ext cx="4572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SLO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D382B8C-C8FE-4728-BA16-A310572F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4DA378-1C12-4592-9A6A-8E6720E1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843113F-2CF7-4577-815E-371D4DB6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477D45-E48C-41A3-97D5-C31BF428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5/21</a:t>
            </a:r>
          </a:p>
        </p:txBody>
      </p:sp>
    </p:spTree>
    <p:extLst>
      <p:ext uri="{BB962C8B-B14F-4D97-AF65-F5344CB8AC3E}">
        <p14:creationId xmlns:p14="http://schemas.microsoft.com/office/powerpoint/2010/main" val="1724707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541F82-6AB1-4665-A95F-B10C5D87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Unit test captura o bug conhecido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DC13058-670D-4A5C-90D9-1F357D0C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Compra em 1º e entrega em 5 de janeiro devem produzir quatro dias positivos.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164426E4-A318-404B-8DD1-14FE944E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Entrada mínima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Saída esperada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Regressão determinística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64D1F20-6419-494D-910B-1A756A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57A77AA-9C87-418A-9662-E0D5E1F6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390CF0F-E22D-4CDF-AA3F-0BAACB8E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45D3030-037A-4D1F-AFF2-B575013E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5F57D65-9194-4DB6-832C-55316F3E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406FAB7-A3D9-4367-B28B-1B663DAE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224CAAD-D874-4405-9252-5523CBA5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6/21</a:t>
            </a:r>
          </a:p>
        </p:txBody>
      </p:sp>
    </p:spTree>
    <p:extLst>
      <p:ext uri="{BB962C8B-B14F-4D97-AF65-F5344CB8AC3E}">
        <p14:creationId xmlns:p14="http://schemas.microsoft.com/office/powerpoint/2010/main" val="1831038361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D536CF-4731-42A8-A31A-7E7D3FDB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Unit test captura o bug conhecido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12E1244B-30F2-4118-93A2-3A5B04C6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Fixture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709579B9-5C40-4AAA-B2FB-CADAB0DF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4 dias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759CAE15-B620-467B-980C-6BD17F51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77E8448B-59CB-4A48-825C-BC66807B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Entrada mínima</a:t>
            </a:r>
          </a:p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Saída esperada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C6437FDF-99D8-44E8-B229-C4DB70D7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Regressão determinística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7F127D6-F8EF-4F36-AEB9-8128E732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EAD8C02-DA04-44BB-B9EF-E4DF9A1F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54B97C7C-78D5-4450-8B96-C398FACB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80CC23-69BD-4E98-845D-4B316B12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7/21</a:t>
            </a:r>
          </a:p>
        </p:txBody>
      </p:sp>
    </p:spTree>
    <p:extLst>
      <p:ext uri="{BB962C8B-B14F-4D97-AF65-F5344CB8AC3E}">
        <p14:creationId xmlns:p14="http://schemas.microsoft.com/office/powerpoint/2010/main" val="1534264439"/>
      </p:ext>
    </p:extLst>
  </p:cSld>
</p:sld>
</file>

<file path=ppt/slides/slide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3127FF-5C2C-40C7-982F-DE60DB4C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exemplo oficial mostra execução isolada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E86EC28-26D6-4BA9-829E-74EB1B86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Unit tests validam lógica SQL antes de materializar toda a população.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9A31F0E-7E7D-44C9-B4F2-AD2C18D2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Inputs estáticos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Modelo selecionado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Falha localizada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E3B0A29-3185-484B-A962-657D8672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EE744A6-95F0-4808-8F5B-9D117135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58086842-FF26-4686-9737-5A49F31C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898E4C5-56EB-4700-AA2F-1509AEBF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3F7CB66-A2C2-4FBE-A1BB-BFC5447A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4F82D2AD-E54C-4942-9C36-D5B9F1E3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CA797B-6BA4-42B4-BC14-BBD8BB62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8/21</a:t>
            </a:r>
          </a:p>
        </p:txBody>
      </p:sp>
    </p:spTree>
    <p:extLst>
      <p:ext uri="{BB962C8B-B14F-4D97-AF65-F5344CB8AC3E}">
        <p14:creationId xmlns:p14="http://schemas.microsoft.com/office/powerpoint/2010/main" val="13252374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A4666B-C7A4-4213-8DE6-55893C62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exemplo oficial mostra execução isolada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66CAF700-D30B-4260-A393-DC7F55BA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Unit tests validam lógica SQL antes de materializar toda a população.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BEAE82B1-7A11-4517-AC66-D9332856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3" name="" descr="Figura oficial da documentação dbt usada para explicar: O exemplo oficial mostra execução isolada — Unit tests validam lógica SQL antes de materializar toda a populaçã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3ed8328214fc9"/>
          <a:stretch xmlns:a="http://schemas.openxmlformats.org/drawingml/2006/main"/>
        </p:blipFill>
        <p:spPr>
          <a:xfrm xmlns:a="http://schemas.openxmlformats.org/drawingml/2006/main">
            <a:off x="5429250" y="2505561"/>
            <a:ext cx="5791200" cy="1942128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8A874E42-2158-46A7-9E54-C543CA8C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Exemplo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D4F47143-DBAF-4999-AD56-786D4ACB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B57B55C-6FFE-4A50-98D8-7AD3143B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656C68D-C15C-4D08-B5DE-44532E62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644A2A-7357-4D6E-96EB-C48A11D9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9/21</a:t>
            </a:r>
          </a:p>
        </p:txBody>
      </p:sp>
    </p:spTree>
    <p:extLst>
      <p:ext uri="{BB962C8B-B14F-4D97-AF65-F5344CB8AC3E}">
        <p14:creationId xmlns:p14="http://schemas.microsoft.com/office/powerpoint/2010/main" val="1664574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A04CB6-8FFC-4412-9AAD-9EA80A28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Data tests procuram violações reais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68BABB8-9124-4C54-9BB6-759F18D5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 população materializada pode falhar mesmo quando o exemplo unitário passa.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16B3EAB5-5790-45D5-8201-5F243939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unique e not_null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accepted_values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Regra delivered_revenue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6BAC7BD-4FAA-47B0-BF1C-45A71A48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5F8A12B-E231-4525-BEB3-6E1884B8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E1B71FD0-84D2-436A-AB2B-24ECD1FA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6E2FA09-8EF6-4F92-A888-99B7E8C1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91FCBE8-25D1-4D8F-BDE7-08C5A135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027A1E9-4BCB-40DF-BFE0-D4E2803B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008D777-346A-4CBC-9DBC-F171808B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10/21</a:t>
            </a:r>
          </a:p>
        </p:txBody>
      </p:sp>
    </p:spTree>
    <p:extLst>
      <p:ext uri="{BB962C8B-B14F-4D97-AF65-F5344CB8AC3E}">
        <p14:creationId xmlns:p14="http://schemas.microsoft.com/office/powerpoint/2010/main" val="1492653375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0FFA10-B501-4B9C-9B4E-1ECC3BF6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Data tests procuram violações reais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79DA8DD0-20DF-4599-96C4-F17FAC48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Build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11594C26-8A76-4F11-83E5-5226AF33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População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D4C133D6-50AD-4F7B-BCD8-6B1A5A7D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Teste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9F19615D-DD6F-4422-BF97-8530AC8C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Falha</a:t>
            </a:r>
          </a:p>
        </p:txBody>
      </p:sp>
      <p:cxnSp>
        <p:nvCxnSpPr>
          <p:cNvPr id="18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19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6AEA852D-BF7B-4CAF-9F5B-70126438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153ABCC-ACB5-4A6B-A543-8635855A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5B8105D-38B5-4F6A-BC50-35C7058B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BC94BB-ACC3-415F-86E3-3DA4E7A1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11/21</a:t>
            </a:r>
          </a:p>
        </p:txBody>
      </p:sp>
    </p:spTree>
    <p:extLst>
      <p:ext uri="{BB962C8B-B14F-4D97-AF65-F5344CB8AC3E}">
        <p14:creationId xmlns:p14="http://schemas.microsoft.com/office/powerpoint/2010/main" val="1517441302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2A426F-B6D4-48F7-BB11-A38C1FB8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Freshness responde se a fonte chegou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7341DC2-FDBD-4506-A30F-0E14BCAA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Uma fixture recente passa; a mesma carga envelhecida deve falhar.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A16FC32-A0D2-46F4-9337-D002008F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loaded_at_field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SLA explícito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Teste positivo e negativo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FC7A0CF-5471-4179-B05D-63D23339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30A6D7B-1C10-4FAB-A5EE-053853BC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D88CD924-2CF3-45D6-A7F9-7E29F143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179169E-2E2D-481E-B5A4-8285417D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F9A950C-E9DB-4908-95D7-886D2BD1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E4F1D32-B0BC-4098-8C41-9C1E34CB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F5E7A9-6FCF-4DD8-A71D-55F8E7D7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12/21</a:t>
            </a:r>
          </a:p>
        </p:txBody>
      </p:sp>
    </p:spTree>
    <p:extLst>
      <p:ext uri="{BB962C8B-B14F-4D97-AF65-F5344CB8AC3E}">
        <p14:creationId xmlns:p14="http://schemas.microsoft.com/office/powerpoint/2010/main" val="343774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55478C-9140-450A-B77E-67674238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Freshness responde se a fonte chegou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A67807B5-836A-4048-BCD5-FD5541EB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86BBF712-9D7A-4456-B41D-618A49F9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Recente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2977F3DB-8E37-4557-843F-87E583B5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8D39DF93-82D4-4B82-AE17-AA28AC4D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Warning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5BC0C7BD-A1FD-43A9-912D-7556B0A5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C16F915A-89BC-4C5C-83AB-E4E60E2B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Error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DEBC8B92-4B33-4170-A386-4709A657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1C3BD5B-FBAE-4E1C-907F-C723A4D5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0CCDA829-5ACC-4453-81DE-7C98A377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5C05155-D1D8-499E-8546-55AF69DF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13/21</a:t>
            </a:r>
          </a:p>
        </p:txBody>
      </p:sp>
    </p:spTree>
    <p:extLst>
      <p:ext uri="{BB962C8B-B14F-4D97-AF65-F5344CB8AC3E}">
        <p14:creationId xmlns:p14="http://schemas.microsoft.com/office/powerpoint/2010/main" val="1077411632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BF1347-10A4-4714-9492-65009D8B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FF7AF34C-E703-4035-93BC-B8432052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9EEF474C-0D2F-4B04-B13A-796D25E9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06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C654BF16-43D6-44CC-B853-370B6E3D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E3CDE4A1-53E5-4E69-BCD3-1207C347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CBFCB02-4202-4711-B83E-1B5C0EDC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3F7453C-9FC5-4441-817B-4E7083D5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927316-6279-4118-A0B9-A4BB1DDB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14/21</a:t>
            </a:r>
          </a:p>
        </p:txBody>
      </p:sp>
    </p:spTree>
    <p:extLst>
      <p:ext uri="{BB962C8B-B14F-4D97-AF65-F5344CB8AC3E}">
        <p14:creationId xmlns:p14="http://schemas.microsoft.com/office/powerpoint/2010/main" val="4356604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EEF6182-4BDE-40D5-97A6-B751390B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3104918C-6D07-4D5E-A3D1-84E3240A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18507F7A-05BE-4B6B-8DF6-F91F8D37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Unit test do intervalo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4608AA7-BF7D-4603-8DE7-88E5D0CA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4CC96C4A-AC05-4D67-AC44-AF06451A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1DAAE1C0-C760-46CC-B528-10AAF63F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25 data tests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39EA9345-986C-48BF-9469-B7943E95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F322792-E368-48F5-826F-A2FCADB7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DC754918-F925-4BC0-A59D-16ACB459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Freshness recente e envelhecida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3E5780DF-E3B9-4349-B8AE-405927FA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8C84CCB-5526-47A9-AAEB-80D7EF25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481D41BA-A5CD-4322-862C-493E804E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B59D83C-F890-4C69-A75A-5CECFC75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15/21</a:t>
            </a:r>
          </a:p>
        </p:txBody>
      </p:sp>
    </p:spTree>
    <p:extLst>
      <p:ext uri="{BB962C8B-B14F-4D97-AF65-F5344CB8AC3E}">
        <p14:creationId xmlns:p14="http://schemas.microsoft.com/office/powerpoint/2010/main" val="1644749686"/>
      </p:ext>
    </p:extLst>
  </p:cSld>
</p:sld>
</file>

<file path=ppt/slides/slide1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F2387D1A-477D-4B20-A6B5-CEABD265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2FE6C647-9B2B-4B16-B4A6-0BDA8EEF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45 PASS · 1 NO-OP · 0 erros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1BA7BD40-855F-415A-A2F3-2A3DDD87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06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54481EB-5DC8-458F-959F-EA86F89C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8F4A3F8-59A0-421D-8B28-6D4D3816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E2B17EC7-61DE-4F9F-8174-229BCB3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FD42E20-2349-4DC8-BEE2-DD7BD197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CBEE74A-791E-41B8-92F6-489F8C75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2A0D80-D3E4-4AD7-98D1-17AE588B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16/21</a:t>
            </a:r>
          </a:p>
        </p:txBody>
      </p:sp>
    </p:spTree>
    <p:extLst>
      <p:ext uri="{BB962C8B-B14F-4D97-AF65-F5344CB8AC3E}">
        <p14:creationId xmlns:p14="http://schemas.microsoft.com/office/powerpoint/2010/main" val="20048312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2BAE2B-AAB5-4E23-B955-80C83597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0DF90B4C-61FE-4352-8683-44DB9ABA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A7FD8211-CFFE-45D0-8D4E-3A72ABBA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risco e owner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6EFD58E-553A-411A-BC65-176896DC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C688F80-2BC6-4619-A237-01533EAB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24888481-00AF-4609-B8E1-440C4F60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controle na etapa barata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707072F2-29A7-45A3-885D-999C06C2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BBEF2983-9145-4662-8639-9270231C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81BE527-06CC-45A5-ABCA-8AC706F5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interfaces testadas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B3D1D5BB-2144-4A26-9200-423DB394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B415C31-3525-40C0-9A85-72318232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AD90B47F-631F-406C-A3CE-34D58DF0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1830324-C533-45B5-838D-D7BB2F9B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17/21</a:t>
            </a:r>
          </a:p>
        </p:txBody>
      </p:sp>
    </p:spTree>
    <p:extLst>
      <p:ext uri="{BB962C8B-B14F-4D97-AF65-F5344CB8AC3E}">
        <p14:creationId xmlns:p14="http://schemas.microsoft.com/office/powerpoint/2010/main" val="928152643"/>
      </p:ext>
    </p:extLst>
  </p:cSld>
</p:sld>
</file>

<file path=ppt/slides/slide1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113B1175-C913-4DFD-8C38-1F4F1EF8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+4 dias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BBB325A1-E431-4DDD-AB2E-0494774E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resultado esperado do bug de data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7BFF70F4-36F3-4D88-8494-EF484301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D503255F-0617-4129-B6DD-B3A1D2B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Mini-case reproduzido no laboratório.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B962454-F0E3-4134-B5F4-EE2D25EF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849A392-B688-4797-B673-6E1139CA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8D37A52-9099-442E-A450-881DD76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F57D9B-2926-4904-A3D8-F54F8583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18/21</a:t>
            </a:r>
          </a:p>
        </p:txBody>
      </p:sp>
    </p:spTree>
    <p:extLst>
      <p:ext uri="{BB962C8B-B14F-4D97-AF65-F5344CB8AC3E}">
        <p14:creationId xmlns:p14="http://schemas.microsoft.com/office/powerpoint/2010/main" val="102329650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3B21D8-DC23-453F-8BC8-C74CEF87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9EBB3F5A-58D8-49A3-A5F3-E78F50E8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Freshness não mede volume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Teste pesado pode custar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Alerta sem runbook vira ruído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519FAC1-02F7-4EBD-9B8A-6902DA8A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E2DFF3C-257C-4A0F-AC59-BD54D5F1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0B4F4862-1BB9-4D1C-9209-CC875523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C4884A-4DF2-4F02-8D36-042B5674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19/21</a:t>
            </a:r>
          </a:p>
        </p:txBody>
      </p:sp>
    </p:spTree>
    <p:extLst>
      <p:ext uri="{BB962C8B-B14F-4D97-AF65-F5344CB8AC3E}">
        <p14:creationId xmlns:p14="http://schemas.microsoft.com/office/powerpoint/2010/main" val="101990683"/>
      </p:ext>
    </p:extLst>
  </p:cSld>
</p:sld>
</file>

<file path=ppt/slides/slide2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5012E1DD-ECB5-4DA8-8A15-0B2371F7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F6C90011-85EA-4234-A093-02551E82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Engines novas antecipam parse; não substituem testes, freshness ou SLO.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4B9CF19F-AEBB-40CB-BCB5-4AB0C58E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6175855-FA7C-4958-871E-BD006EEF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1EC99E8-B8E9-4552-A1E4-69890C52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3886858-695F-45F1-9907-1A294ADC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C7DD113-AD1D-4902-9B96-B5919B30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2AD777A-E980-4516-BD80-3A86A43E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112CD0-E7AD-4FC2-BE77-1F4D898F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20/21</a:t>
            </a:r>
          </a:p>
        </p:txBody>
      </p:sp>
    </p:spTree>
    <p:extLst>
      <p:ext uri="{BB962C8B-B14F-4D97-AF65-F5344CB8AC3E}">
        <p14:creationId xmlns:p14="http://schemas.microsoft.com/office/powerpoint/2010/main" val="12733222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B6EE384F-EA4F-4493-9D86-F0D40C80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2F510EA1-869B-4DDC-B8B8-BDA27444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Escreva o menor unit test que reproduz um bug possível.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A3957D5B-F444-49F1-BACE-0FEBCDCD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06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0C9DB7FE-002D-45BF-B48E-E572314B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55237E6-60DD-403D-8296-F3A5A6A3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9C7DC31-FCEA-4085-9728-58145CFC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C4A1F1C-7C2B-4E6E-9789-2552CB0F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21/21</a:t>
            </a:r>
          </a:p>
        </p:txBody>
      </p:sp>
    </p:spTree>
    <p:extLst>
      <p:ext uri="{BB962C8B-B14F-4D97-AF65-F5344CB8AC3E}">
        <p14:creationId xmlns:p14="http://schemas.microsoft.com/office/powerpoint/2010/main" val="2452880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2026-09-02T00:42:44.5010000Z</dcterms:created>
  <dcterms:modified xsi:type="dcterms:W3CDTF">2026-09-02T00:42:44.5010000Z</dcterms:modified>
</coreProperties>
</file>