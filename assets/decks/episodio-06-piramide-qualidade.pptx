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e7b93bf3cf4d5d" /><Relationship Type="http://schemas.openxmlformats.org/officeDocument/2006/relationships/extended-properties" Target="/docProps/app.xml" Id="Ra6483c859fce4673" /><Relationship Type="http://schemas.openxmlformats.org/officeDocument/2006/relationships/officeDocument" Target="/ppt/presentation.xml" Id="Rb96ea6a028d74c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c5de17cfd34509"/>
    <p:sldMasterId xmlns:r="http://schemas.openxmlformats.org/officeDocument/2006/relationships" id="2147483650" r:id="R96da531806ef4751"/>
  </p:sldMasterIdLst>
  <p:notesMasterIdLst>
    <p:notesMasterId xmlns:r="http://schemas.openxmlformats.org/officeDocument/2006/relationships" r:id="Rd69a51ccc0e8458e"/>
  </p:notesMasterIdLst>
  <p:sldIdLst>
    <p:sldId xmlns:r="http://schemas.openxmlformats.org/officeDocument/2006/relationships" id="256" r:id="Rd4372923ac094bab"/>
    <p:sldId xmlns:r="http://schemas.openxmlformats.org/officeDocument/2006/relationships" id="257" r:id="R08314e97baa545d5"/>
    <p:sldId xmlns:r="http://schemas.openxmlformats.org/officeDocument/2006/relationships" id="258" r:id="R7640de2ff0104cea"/>
    <p:sldId xmlns:r="http://schemas.openxmlformats.org/officeDocument/2006/relationships" id="259" r:id="R1ebb4ca4ee0c4f54"/>
    <p:sldId xmlns:r="http://schemas.openxmlformats.org/officeDocument/2006/relationships" id="260" r:id="R60ba85a8cc504bf0"/>
    <p:sldId xmlns:r="http://schemas.openxmlformats.org/officeDocument/2006/relationships" id="261" r:id="Rb163a1a61389420e"/>
    <p:sldId xmlns:r="http://schemas.openxmlformats.org/officeDocument/2006/relationships" id="262" r:id="R2e1e4a7266f64d38"/>
    <p:sldId xmlns:r="http://schemas.openxmlformats.org/officeDocument/2006/relationships" id="263" r:id="Rdd55fdbf2a3043fd"/>
    <p:sldId xmlns:r="http://schemas.openxmlformats.org/officeDocument/2006/relationships" id="264" r:id="R3922003dbad642be"/>
    <p:sldId xmlns:r="http://schemas.openxmlformats.org/officeDocument/2006/relationships" id="265" r:id="R90ff056298d74d8b"/>
    <p:sldId xmlns:r="http://schemas.openxmlformats.org/officeDocument/2006/relationships" id="266" r:id="Rd0f3c692266f45ac"/>
    <p:sldId xmlns:r="http://schemas.openxmlformats.org/officeDocument/2006/relationships" id="267" r:id="R8ac32813318f419c"/>
    <p:sldId xmlns:r="http://schemas.openxmlformats.org/officeDocument/2006/relationships" id="268" r:id="R31e2d67197704024"/>
    <p:sldId xmlns:r="http://schemas.openxmlformats.org/officeDocument/2006/relationships" id="269" r:id="R73b566df47ae483d"/>
    <p:sldId xmlns:r="http://schemas.openxmlformats.org/officeDocument/2006/relationships" id="270" r:id="R037bd5b7e4c04e50"/>
    <p:sldId xmlns:r="http://schemas.openxmlformats.org/officeDocument/2006/relationships" id="271" r:id="R44cd4b7369c04c75"/>
    <p:sldId xmlns:r="http://schemas.openxmlformats.org/officeDocument/2006/relationships" id="272" r:id="Rb304ddef2b4b4728"/>
    <p:sldId xmlns:r="http://schemas.openxmlformats.org/officeDocument/2006/relationships" id="273" r:id="R8c44a42a3ea04365"/>
    <p:sldId xmlns:r="http://schemas.openxmlformats.org/officeDocument/2006/relationships" id="274" r:id="R7e8f76137451480b"/>
    <p:sldId xmlns:r="http://schemas.openxmlformats.org/officeDocument/2006/relationships" id="275" r:id="R3e86ab6a87134b3c"/>
    <p:sldId xmlns:r="http://schemas.openxmlformats.org/officeDocument/2006/relationships" id="276" r:id="Rf38c76317f104ab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8196134ff34b28" /><Relationship Type="http://schemas.openxmlformats.org/officeDocument/2006/relationships/slideMaster" Target="/ppt/slideMasters/slideMaster1.xml" Id="R0ec5de17cfd34509" /><Relationship Type="http://schemas.openxmlformats.org/officeDocument/2006/relationships/slideMaster" Target="/ppt/slideMasters/slideMaster2.xml" Id="R96da531806ef4751" /><Relationship Type="http://schemas.openxmlformats.org/officeDocument/2006/relationships/notesMaster" Target="/ppt/notesMasters/notesMaster1.xml" Id="Rd69a51ccc0e8458e" /><Relationship Type="http://schemas.openxmlformats.org/officeDocument/2006/relationships/presProps" Target="/ppt/presProps.xml" Id="R450b66f24aa64c23" /><Relationship Type="http://schemas.openxmlformats.org/officeDocument/2006/relationships/tableStyles" Target="/ppt/tableStyles.xml" Id="R7144e1d1d1654063" /><Relationship Type="http://schemas.openxmlformats.org/officeDocument/2006/relationships/slide" Target="/ppt/slides/slide1.xml" Id="Rd4372923ac094bab" /><Relationship Type="http://schemas.openxmlformats.org/officeDocument/2006/relationships/slide" Target="/ppt/slides/slide2.xml" Id="R08314e97baa545d5" /><Relationship Type="http://schemas.openxmlformats.org/officeDocument/2006/relationships/slide" Target="/ppt/slides/slide3.xml" Id="R7640de2ff0104cea" /><Relationship Type="http://schemas.openxmlformats.org/officeDocument/2006/relationships/slide" Target="/ppt/slides/slide4.xml" Id="R1ebb4ca4ee0c4f54" /><Relationship Type="http://schemas.openxmlformats.org/officeDocument/2006/relationships/slide" Target="/ppt/slides/slide5.xml" Id="R60ba85a8cc504bf0" /><Relationship Type="http://schemas.openxmlformats.org/officeDocument/2006/relationships/slide" Target="/ppt/slides/slide6.xml" Id="Rb163a1a61389420e" /><Relationship Type="http://schemas.openxmlformats.org/officeDocument/2006/relationships/slide" Target="/ppt/slides/slide7.xml" Id="R2e1e4a7266f64d38" /><Relationship Type="http://schemas.openxmlformats.org/officeDocument/2006/relationships/slide" Target="/ppt/slides/slide8.xml" Id="Rdd55fdbf2a3043fd" /><Relationship Type="http://schemas.openxmlformats.org/officeDocument/2006/relationships/slide" Target="/ppt/slides/slide9.xml" Id="R3922003dbad642be" /><Relationship Type="http://schemas.openxmlformats.org/officeDocument/2006/relationships/slide" Target="/ppt/slides/slide10.xml" Id="R90ff056298d74d8b" /><Relationship Type="http://schemas.openxmlformats.org/officeDocument/2006/relationships/slide" Target="/ppt/slides/slide11.xml" Id="Rd0f3c692266f45ac" /><Relationship Type="http://schemas.openxmlformats.org/officeDocument/2006/relationships/slide" Target="/ppt/slides/slide12.xml" Id="R8ac32813318f419c" /><Relationship Type="http://schemas.openxmlformats.org/officeDocument/2006/relationships/slide" Target="/ppt/slides/slide13.xml" Id="R31e2d67197704024" /><Relationship Type="http://schemas.openxmlformats.org/officeDocument/2006/relationships/slide" Target="/ppt/slides/slide14.xml" Id="R73b566df47ae483d" /><Relationship Type="http://schemas.openxmlformats.org/officeDocument/2006/relationships/slide" Target="/ppt/slides/slide15.xml" Id="R037bd5b7e4c04e50" /><Relationship Type="http://schemas.openxmlformats.org/officeDocument/2006/relationships/slide" Target="/ppt/slides/slide16.xml" Id="R44cd4b7369c04c75" /><Relationship Type="http://schemas.openxmlformats.org/officeDocument/2006/relationships/slide" Target="/ppt/slides/slide17.xml" Id="Rb304ddef2b4b4728" /><Relationship Type="http://schemas.openxmlformats.org/officeDocument/2006/relationships/slide" Target="/ppt/slides/slide18.xml" Id="R8c44a42a3ea04365" /><Relationship Type="http://schemas.openxmlformats.org/officeDocument/2006/relationships/slide" Target="/ppt/slides/slide19.xml" Id="R7e8f76137451480b" /><Relationship Type="http://schemas.openxmlformats.org/officeDocument/2006/relationships/slide" Target="/ppt/slides/slide20.xml" Id="R3e86ab6a87134b3c" /><Relationship Type="http://schemas.openxmlformats.org/officeDocument/2006/relationships/slide" Target="/ppt/slides/slide21.xml" Id="Rf38c76317f104a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cda23c720a314f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7a44785290476b" /><Relationship Type="http://schemas.openxmlformats.org/officeDocument/2006/relationships/notesMaster" Target="/ppt/notesMasters/notesMaster1.xml" Id="Ra60f3f977bda49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607c742c91428e" /><Relationship Type="http://schemas.openxmlformats.org/officeDocument/2006/relationships/notesMaster" Target="/ppt/notesMasters/notesMaster1.xml" Id="Rbf52e0ff5ff04f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60443649d145ad" /><Relationship Type="http://schemas.openxmlformats.org/officeDocument/2006/relationships/notesMaster" Target="/ppt/notesMasters/notesMaster1.xml" Id="R4e6f34b768e144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d2b4ef79b904004" /><Relationship Type="http://schemas.openxmlformats.org/officeDocument/2006/relationships/notesMaster" Target="/ppt/notesMasters/notesMaster1.xml" Id="R2684a444b1a241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65b9cb66c04a00" /><Relationship Type="http://schemas.openxmlformats.org/officeDocument/2006/relationships/notesMaster" Target="/ppt/notesMasters/notesMaster1.xml" Id="R4ed258d3847d48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96d1aab7d0f4ca1" /><Relationship Type="http://schemas.openxmlformats.org/officeDocument/2006/relationships/notesMaster" Target="/ppt/notesMasters/notesMaster1.xml" Id="Rb9dcd91dc0b641e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c279491385347d8" /><Relationship Type="http://schemas.openxmlformats.org/officeDocument/2006/relationships/notesMaster" Target="/ppt/notesMasters/notesMaster1.xml" Id="R5408805e7e65451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6f15f68cb2e4488" /><Relationship Type="http://schemas.openxmlformats.org/officeDocument/2006/relationships/notesMaster" Target="/ppt/notesMasters/notesMaster1.xml" Id="Rd96ae45ba6c84f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28a92ef03c40a4" /><Relationship Type="http://schemas.openxmlformats.org/officeDocument/2006/relationships/notesMaster" Target="/ppt/notesMasters/notesMaster1.xml" Id="R7edd99b3493a422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6e54e81dde94a0d" /><Relationship Type="http://schemas.openxmlformats.org/officeDocument/2006/relationships/notesMaster" Target="/ppt/notesMasters/notesMaster1.xml" Id="R3a34156593b248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ecba629c564537" /><Relationship Type="http://schemas.openxmlformats.org/officeDocument/2006/relationships/notesMaster" Target="/ppt/notesMasters/notesMaster1.xml" Id="Rceb1edf8de17401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f8d0a74e7994ff1" /><Relationship Type="http://schemas.openxmlformats.org/officeDocument/2006/relationships/notesMaster" Target="/ppt/notesMasters/notesMaster1.xml" Id="Re3fbfc99e366412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2f47996d3524be1" /><Relationship Type="http://schemas.openxmlformats.org/officeDocument/2006/relationships/notesMaster" Target="/ppt/notesMasters/notesMaster1.xml" Id="R96895194de20409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1c815a4376d4278" /><Relationship Type="http://schemas.openxmlformats.org/officeDocument/2006/relationships/notesMaster" Target="/ppt/notesMasters/notesMaster1.xml" Id="R3f1e2b4a5a6b43b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e94d99c3de045f3" /><Relationship Type="http://schemas.openxmlformats.org/officeDocument/2006/relationships/notesMaster" Target="/ppt/notesMasters/notesMaster1.xml" Id="Rf0e3aa41de56420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cc43cd25b5441d0" /><Relationship Type="http://schemas.openxmlformats.org/officeDocument/2006/relationships/notesMaster" Target="/ppt/notesMasters/notesMaster1.xml" Id="Rf41121f16a674d8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78cdb4f88454b11" /><Relationship Type="http://schemas.openxmlformats.org/officeDocument/2006/relationships/notesMaster" Target="/ppt/notesMasters/notesMaster1.xml" Id="R25792bfcda8f452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952754dd95b40db" /><Relationship Type="http://schemas.openxmlformats.org/officeDocument/2006/relationships/notesMaster" Target="/ppt/notesMasters/notesMaster1.xml" Id="R0cb4c3ff9991418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a9a730238d745b4" /><Relationship Type="http://schemas.openxmlformats.org/officeDocument/2006/relationships/notesMaster" Target="/ppt/notesMasters/notesMaster1.xml" Id="R8a942c8841cb481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cac46daa3e74fc1" /><Relationship Type="http://schemas.openxmlformats.org/officeDocument/2006/relationships/notesMaster" Target="/ppt/notesMasters/notesMaster1.xml" Id="R09cfe5a085cc46b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ac9a130e4a44303" /><Relationship Type="http://schemas.openxmlformats.org/officeDocument/2006/relationships/notesMaster" Target="/ppt/notesMasters/notesMaster1.xml" Id="R03f27f294a544d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6 do dbt Moderno na Prática. Hoje vamos trabalhar o tema “A pirâmide moderna de qualidade de dados”. Cada risco pede um mecanismo de detecção diferente.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06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“not_null pode passar enquanto um prazo devolve menos cinco dias.”.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not_null pode passar enquanto um prazo devolve menos cinco dias.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separar cinco mecanismos, Isolar uma regra funcional e Testar freshness sem depender da data.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“Cinco perguntas, cinco mecanismos”.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Unit, contrato, data test, freshness e observabilidade cobrem riscos distintos. Para tornar isso concreto, observe lógica, Estrutura, População, Atraso e Comportamento.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“Cinco perguntas, cinco mecanismos”.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Unit, contrato, data test, freshness e observabilidade cobrem riscos distintos. Siga a composição na ordem mostrada e conecte os elementos principais.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“Unit test captura o bug conhecido”.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Compra em 1º e entrega em 5 de janeiro devem produzir quatro dias positivos. Para tornar isso concreto, observe entrada mínima, Saída esperada e Regressão determinística.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“Unit test captura o bug conhecido”.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Compra em 1º e entrega em 5 de janeiro devem produzir quatro dias positivos. Siga a composição na ordem mostrada e conecte fixture, 4 dias, Entrada mínima, Saída esperada e Regressão determinística.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exemplo oficial mostra execução isolada”.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Unit tests validam lógica SQL antes de materializar toda a população. Para tornar isso concreto, observe inputs estáticos, Modelo selecionado e Falha localizada.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exemplo oficial mostra execução isolada”.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Unit tests validam lógica SQL antes de materializar toda a população. Siga a composição na ordem mostrada e conecte os elementos principais. A imagem ou o fluxo não cria uma regra nova; ele torna visível a relação que acabamos de explicar. A figura é identificada como exemplo oficial dbt Labs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“Data tests procuram violações reais”.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A população materializada pode falhar mesmo quando o exemplo unitário passa. Para tornar isso concreto, observe unique e not_null, accepted_values e Regra delivered_revenue.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“Data tests procuram violações reais”.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A população materializada pode falhar mesmo quando o exemplo unitário passa. Siga a composição na ordem mostrada e conecte build, População, Teste e Falha.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“Freshness responde se a fonte chegou”.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Uma fixture recente passa; a mesma carga envelhecida deve falhar. Para tornar isso concreto, observe loaded_at_field, SLA explícito e Teste positivo e negativo.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“Freshness responde se a fonte chegou”.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Uma fixture recente passa; a mesma carga envelhecida deve falhar. Siga a composição na ordem mostrada e conecte recente, Warning e Error.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06.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unit test do intervalo, 25 data tests e Freshness recente e envelhecida.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45 PASS · 1 NO-OP · 0 erros. Esse resultado confirma que a etapa executada produziu a evidência esperada para o checkpoint 06.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risco e owner, FinOps: controle na etapa barata e IA: interfaces testadas.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“+4 dias”.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+4 dias: resultado esperado do bug de data. O número ajuda a dimensionar o exemplo, mas precisa ser lido com a ressalva correta. Mini-case reproduzido no laboratório.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freshness não mede volume, Teste pesado pode custar e Alerta sem runbook vira ruído.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Engines novas antecipam parse; não substituem testes, freshness ou SLO.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Escreva o menor unit test que reproduz um bug possível.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https://docs.getdbt.com/docs/build/unit-tests</a:t>
            </a:r>
          </a:p>
          <a:p xmlns:a="http://schemas.openxmlformats.org/drawingml/2006/main">
            <a:r>
              <a:t>- https://docs.getdbt.com/docs/build/data-tests</a:t>
            </a:r>
          </a:p>
          <a:p xmlns:a="http://schemas.openxmlformats.org/drawingml/2006/main">
            <a:r>
              <a:t>- https://docs.getdbt.com/docs/build/sources#source-data-freshness</a:t>
            </a:r>
          </a:p>
          <a:p xmlns:a="http://schemas.openxmlformats.org/drawingml/2006/main">
            <a:r>
              <a:t>- https://github.com/AnselmoBorges/dbt-moderno-na-pratica/blob/main/roteiros/06-piramide-qualidade.md</a:t>
            </a:r>
          </a:p>
          <a:p xmlns:a="http://schemas.openxmlformats.org/drawingml/2006/main">
            <a:r>
              <a:t>- repo://laboratorio/checkpoints/ep06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6adc740006408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f591e2822ef4bf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7fe7a006a3442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68572c37fa4c41" /><Relationship Type="http://schemas.openxmlformats.org/officeDocument/2006/relationships/slideLayout" Target="/ppt/slideLayouts/slideLayout1.xml" Id="R80fc9060c94d4268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2fbf0b6f936b4ee0" /><Relationship Type="http://schemas.openxmlformats.org/officeDocument/2006/relationships/slideLayout" Target="/ppt/slideLayouts/slideLayout2.xml" Id="R09d449804b944c39" /><Relationship Type="http://schemas.openxmlformats.org/officeDocument/2006/relationships/slideLayout" Target="/ppt/slideLayouts/slideLayout3.xml" Id="Reeb814b7b367401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fc9060c94d42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09d449804b944c39"/>
    <p:sldLayoutId xmlns:r="http://schemas.openxmlformats.org/officeDocument/2006/relationships" id="2147483652" r:id="Reeb814b7b367401a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e6705a21a441cb" /><Relationship Type="http://schemas.openxmlformats.org/officeDocument/2006/relationships/image" Target="/ppt/media/image.jpeg" Id="Rbf297719e7164c62" /><Relationship Type="http://schemas.openxmlformats.org/officeDocument/2006/relationships/notesSlide" Target="/ppt/notesSlides/notesSlide1.xml" Id="R8e0270c213044f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8a0566c2cb44032" /><Relationship Type="http://schemas.openxmlformats.org/officeDocument/2006/relationships/image" Target="/ppt/media/image.png" Id="Ra40788c29962495b" /><Relationship Type="http://schemas.openxmlformats.org/officeDocument/2006/relationships/notesSlide" Target="/ppt/notesSlides/notesSlide2.xml" Id="R607047449db24a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fd3dd5a1d44779" /><Relationship Type="http://schemas.openxmlformats.org/officeDocument/2006/relationships/notesSlide" Target="/ppt/notesSlides/notesSlide3.xml" Id="Ra385faca875143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82883cfb8241dd" /><Relationship Type="http://schemas.openxmlformats.org/officeDocument/2006/relationships/notesSlide" Target="/ppt/notesSlides/notesSlide4.xml" Id="R8422a1aba11448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b25dfb4abeb4575" /><Relationship Type="http://schemas.openxmlformats.org/officeDocument/2006/relationships/notesSlide" Target="/ppt/notesSlides/notesSlide5.xml" Id="Re536b3a4a68449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a8f6130c2e54073" /><Relationship Type="http://schemas.openxmlformats.org/officeDocument/2006/relationships/notesSlide" Target="/ppt/notesSlides/notesSlide6.xml" Id="R8c1560a0051a4b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037169b5dc46f7" /><Relationship Type="http://schemas.openxmlformats.org/officeDocument/2006/relationships/notesSlide" Target="/ppt/notesSlides/notesSlide7.xml" Id="Rc59dd8f2380648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8c5abeda774fff" /><Relationship Type="http://schemas.openxmlformats.org/officeDocument/2006/relationships/notesSlide" Target="/ppt/notesSlides/notesSlide8.xml" Id="Rbd9a27d6ebab465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fa163ff80b244e2" /><Relationship Type="http://schemas.openxmlformats.org/officeDocument/2006/relationships/image" Target="/ppt/media/image2.png" Id="R094062bd36bc4e0c" /><Relationship Type="http://schemas.openxmlformats.org/officeDocument/2006/relationships/notesSlide" Target="/ppt/notesSlides/notesSlide9.xml" Id="R92f2856ddcd847d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4fb13d7268b482f" /><Relationship Type="http://schemas.openxmlformats.org/officeDocument/2006/relationships/notesSlide" Target="/ppt/notesSlides/notesSlide10.xml" Id="Ra33e4067d29a417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e1a7ad55224218" /><Relationship Type="http://schemas.openxmlformats.org/officeDocument/2006/relationships/notesSlide" Target="/ppt/notesSlides/notesSlide11.xml" Id="R97992af8163440a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e4d558a96a445b" /><Relationship Type="http://schemas.openxmlformats.org/officeDocument/2006/relationships/notesSlide" Target="/ppt/notesSlides/notesSlide12.xml" Id="R8019c8ac9dae447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c4b36edb2044ca5" /><Relationship Type="http://schemas.openxmlformats.org/officeDocument/2006/relationships/notesSlide" Target="/ppt/notesSlides/notesSlide13.xml" Id="R8533a0003221470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43ea00d551401f" /><Relationship Type="http://schemas.openxmlformats.org/officeDocument/2006/relationships/notesSlide" Target="/ppt/notesSlides/notesSlide14.xml" Id="R9dc885020edb459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984c28ce4f4e06" /><Relationship Type="http://schemas.openxmlformats.org/officeDocument/2006/relationships/notesSlide" Target="/ppt/notesSlides/notesSlide15.xml" Id="R55f154bf0b5d4d8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6368fd34f74da4" /><Relationship Type="http://schemas.openxmlformats.org/officeDocument/2006/relationships/notesSlide" Target="/ppt/notesSlides/notesSlide16.xml" Id="Ra8950899a0514e4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fa9a9eba907440d" /><Relationship Type="http://schemas.openxmlformats.org/officeDocument/2006/relationships/notesSlide" Target="/ppt/notesSlides/notesSlide17.xml" Id="R3e12e30aba4842a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c0534e307a4c59" /><Relationship Type="http://schemas.openxmlformats.org/officeDocument/2006/relationships/notesSlide" Target="/ppt/notesSlides/notesSlide18.xml" Id="R4c05f628443a4df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e78fc1df9c448ef" /><Relationship Type="http://schemas.openxmlformats.org/officeDocument/2006/relationships/notesSlide" Target="/ppt/notesSlides/notesSlide19.xml" Id="R7225278639ce4a7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fd9324792f4b8e" /><Relationship Type="http://schemas.openxmlformats.org/officeDocument/2006/relationships/notesSlide" Target="/ppt/notesSlides/notesSlide20.xml" Id="R54c596d9a23d44d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0c95fb511d4d3d" /><Relationship Type="http://schemas.openxmlformats.org/officeDocument/2006/relationships/notesSlide" Target="/ppt/notesSlides/notesSlide21.xml" Id="R3bf062763d6f4f0c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EPISÓDIO 6 — A pirâmide moderna de qualidade de dados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297719e7164c62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BB73F186-C5E9-41A4-8A37-068C6058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06FFE402-0662-44F7-8B41-8C540D58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3ED7ADDE-AB90-42EF-BD29-BAEB5EB7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6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C52BD30-06CE-45F4-8983-689DE4C4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A pirâmide moderna de qualidade de dados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50AFE15-9CD1-4934-89A6-07E12B97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Cada risco pede um mecanismo de detecção diferente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9846C2FE-4E5F-4EC4-B67F-7A19AD81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3318548C-0295-40A4-81EB-7CBB659A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06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9352842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A8FBC774-33B1-4857-9011-75757B00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not_null pode passar enquanto um prazo devolve menos cinco dias.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AE7E9BF7-704D-441C-BA20-0185D94F8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E654438A-0445-4DE4-A7BC-2AD4A9F3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321C4213-8C0E-4815-BC49-7C192B22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not_null pode passar enquanto um prazo devolve menos cinco dias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0788c29962495b"/>
          <a:stretch xmlns:a="http://schemas.openxmlformats.org/drawingml/2006/main"/>
        </p:blipFill>
        <p:spPr>
          <a:xfrm xmlns:a="http://schemas.openxmlformats.org/drawingml/2006/main">
            <a:off x="1813880" y="3790950"/>
            <a:ext cx="8564241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25E7342A-E4E3-4900-86CD-52CC333B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E99DD0A-F085-4ECC-AD67-2079C638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09A04704-21B0-441D-A568-3BFA8CA26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9C0F508-06B0-4D92-94B6-04AAE4C9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2/21</a:t>
            </a:r>
          </a:p>
        </p:txBody>
      </p:sp>
    </p:spTree>
    <p:extLst>
      <p:ext uri="{BB962C8B-B14F-4D97-AF65-F5344CB8AC3E}">
        <p14:creationId xmlns:p14="http://schemas.microsoft.com/office/powerpoint/2010/main" val="1543525688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B53A5E-EED3-4787-BC8F-6B0491E8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80526130-E81C-4121-89F4-1D52FA3A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60F6200E-C483-45CF-A794-B38DD10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Separar cinco mecanismos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631B360D-C404-46A6-965A-C50A0465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11A29224-C706-4003-B43B-20959DC7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19308BE8-AC1F-4436-8AC2-8F569EF9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Isolar uma regra funcional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908D2AD0-39F2-463D-B4EF-3EA2962B0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E2708816-F156-45D5-85AF-DAC7655B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35F1F54B-2156-47EF-8E6C-D83ABF84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Testar freshness sem depender da data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2902165E-4334-431F-8CA4-B47DAE5C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1CFBA81-FCA1-4957-A3FF-D7ED53E3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538DBD12-E669-4AC9-9650-F11F4A4F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07D55F4-CD5C-4CD5-92A7-734A7F12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3/21</a:t>
            </a:r>
          </a:p>
        </p:txBody>
      </p:sp>
    </p:spTree>
    <p:extLst>
      <p:ext uri="{BB962C8B-B14F-4D97-AF65-F5344CB8AC3E}">
        <p14:creationId xmlns:p14="http://schemas.microsoft.com/office/powerpoint/2010/main" val="1601852008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328006-DD39-46C4-A0CA-FBF03844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Cinco perguntas, cinco mecanismos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161D085-7538-46F8-9B4E-F5A0514B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Unit, contrato, data test, freshness e observabilidade cobrem riscos distintos.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8BDCA689-66F5-4D29-B562-A0DD2E71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Lógica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Estrutura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População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Atraso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Comportamento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577BE1D-F25A-4641-9E2C-E1DFD2ED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407B51E0-A5F6-485E-B35F-54BB146F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C05FC20-D242-457E-AF71-375CB5B7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84E4150E-CAE4-40F0-8404-1298F04D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AAC83D9-0141-40A5-A794-57794EE3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F1565F0E-0F66-4D88-B365-1D6BA7EF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AD0E6A2-42DF-45C9-8913-B76B3E3A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4/21</a:t>
            </a:r>
          </a:p>
        </p:txBody>
      </p:sp>
    </p:spTree>
    <p:extLst>
      <p:ext uri="{BB962C8B-B14F-4D97-AF65-F5344CB8AC3E}">
        <p14:creationId xmlns:p14="http://schemas.microsoft.com/office/powerpoint/2010/main" val="7049068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95132F-761D-4B83-816A-F04BACA6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Cinco perguntas, cinco mecanismos</a:t>
            </a:r>
          </a:p>
        </p:txBody>
      </p:sp>
      <p:sp>
        <p:nvSpPr>
          <p:cNvPr id="2" name="layer-1">
            <a:extLst xmlns:a="http://schemas.openxmlformats.org/drawingml/2006/main">
              <a:ext uri="{FF2B5EF4-FFF2-40B4-BE49-F238E27FC236}">
                <a16:creationId xmlns:a16="http://schemas.microsoft.com/office/drawing/2014/main" id="{33645E7E-3AE5-4812-8CDA-292E8062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8572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Contrato</a:t>
            </a:r>
          </a:p>
        </p:txBody>
      </p:sp>
      <p:sp>
        <p:nvSpPr>
          <p:cNvPr id="3" name="layer-2">
            <a:extLst xmlns:a="http://schemas.openxmlformats.org/drawingml/2006/main">
              <a:ext uri="{FF2B5EF4-FFF2-40B4-BE49-F238E27FC236}">
                <a16:creationId xmlns:a16="http://schemas.microsoft.com/office/drawing/2014/main" id="{995BE518-B3DC-47CD-8BB3-6FB1BAA6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813" y="4162425"/>
            <a:ext cx="75723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9E8FA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Unit</a:t>
            </a:r>
          </a:p>
        </p:txBody>
      </p:sp>
      <p:sp>
        <p:nvSpPr>
          <p:cNvPr id="4" name="layer-3">
            <a:extLst xmlns:a="http://schemas.openxmlformats.org/drawingml/2006/main">
              <a:ext uri="{FF2B5EF4-FFF2-40B4-BE49-F238E27FC236}">
                <a16:creationId xmlns:a16="http://schemas.microsoft.com/office/drawing/2014/main" id="{9F45FD96-811B-4597-9D93-AC0D1AA5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14725"/>
            <a:ext cx="6572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Data</a:t>
            </a:r>
          </a:p>
        </p:txBody>
      </p:sp>
      <p:sp>
        <p:nvSpPr>
          <p:cNvPr id="5" name="layer-4">
            <a:extLst xmlns:a="http://schemas.openxmlformats.org/drawingml/2006/main">
              <a:ext uri="{FF2B5EF4-FFF2-40B4-BE49-F238E27FC236}">
                <a16:creationId xmlns:a16="http://schemas.microsoft.com/office/drawing/2014/main" id="{39FFAB00-C983-4DAC-ADD5-55930377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938" y="2867025"/>
            <a:ext cx="557212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9E8FA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Freshness</a:t>
            </a:r>
          </a:p>
        </p:txBody>
      </p:sp>
      <p:sp>
        <p:nvSpPr>
          <p:cNvPr id="6" name="layer-5">
            <a:extLst xmlns:a="http://schemas.openxmlformats.org/drawingml/2006/main">
              <a:ext uri="{FF2B5EF4-FFF2-40B4-BE49-F238E27FC236}">
                <a16:creationId xmlns:a16="http://schemas.microsoft.com/office/drawing/2014/main" id="{6261FC85-9883-468B-A076-113D1AD4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219325"/>
            <a:ext cx="4572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SLO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D382B8C-C8FE-4728-BA16-A310572F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94DA378-1C12-4592-9A6A-8E6720E1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F843113F-2CF7-4577-815E-371D4DB6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3477D45-E48C-41A3-97D5-C31BF428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5/21</a:t>
            </a:r>
          </a:p>
        </p:txBody>
      </p:sp>
    </p:spTree>
    <p:extLst>
      <p:ext uri="{BB962C8B-B14F-4D97-AF65-F5344CB8AC3E}">
        <p14:creationId xmlns:p14="http://schemas.microsoft.com/office/powerpoint/2010/main" val="1724707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541F82-6AB1-4665-A95F-B10C5D87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Unit test captura o bug conhecido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DC13058-670D-4A5C-90D9-1F357D0C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Compra em 1º e entrega em 5 de janeiro devem produzir quatro dias positivos.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164426E4-A318-404B-8DD1-14FE944E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Entrada mínima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Saída esperada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Regressão determinística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64D1F20-6419-494D-910B-1A756A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257A77AA-9C87-418A-9662-E0D5E1F6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390CF0F-E22D-4CDF-AA3F-0BAACB8E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45D3030-037A-4D1F-AFF2-B575013E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5F57D65-9194-4DB6-832C-55316F3E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8406FAB7-A3D9-4367-B28B-1B663DAE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224CAAD-D874-4405-9252-5523CBA5E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6/21</a:t>
            </a:r>
          </a:p>
        </p:txBody>
      </p:sp>
    </p:spTree>
    <p:extLst>
      <p:ext uri="{BB962C8B-B14F-4D97-AF65-F5344CB8AC3E}">
        <p14:creationId xmlns:p14="http://schemas.microsoft.com/office/powerpoint/2010/main" val="1831038361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D536CF-4731-42A8-A31A-7E7D3FDB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Unit test captura o bug conhecido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12E1244B-30F2-4118-93A2-3A5B04C6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EC5FF"/>
                </a:solidFill>
              </a:defRPr>
            </a:pPr>
            <a:r>
              <a:rPr sz="2100" b="1">
                <a:solidFill>
                  <a:srgbClr val="1EC5FF"/>
                </a:solidFill>
              </a:rPr>
              <a:t>Fixture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709579B9-5C40-4AAA-B2FB-CADAB0DF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2DBE8C"/>
                </a:solidFill>
              </a:defRPr>
            </a:pPr>
            <a:r>
              <a:rPr sz="2100" b="1">
                <a:solidFill>
                  <a:srgbClr val="2DBE8C"/>
                </a:solidFill>
              </a:rPr>
              <a:t>4 dias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759CAE15-B620-467B-980C-6BD17F51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77E8448B-59CB-4A48-825C-BC66807B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Entrada mínima</a:t>
            </a:r>
          </a:p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Saída esperada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C6437FDF-99D8-44E8-B229-C4DB70D7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Regressão determinística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7F127D6-F8EF-4F36-AEB9-8128E732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EAD8C02-DA04-44BB-B9EF-E4DF9A1F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54B97C7C-78D5-4450-8B96-C398FACB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D80CC23-69BD-4E98-845D-4B316B12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7/21</a:t>
            </a:r>
          </a:p>
        </p:txBody>
      </p:sp>
    </p:spTree>
    <p:extLst>
      <p:ext uri="{BB962C8B-B14F-4D97-AF65-F5344CB8AC3E}">
        <p14:creationId xmlns:p14="http://schemas.microsoft.com/office/powerpoint/2010/main" val="1534264439"/>
      </p:ext>
    </p:extLst>
  </p:cSld>
</p:sld>
</file>

<file path=ppt/slides/slide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3127FF-5C2C-40C7-982F-DE60DB4C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 exemplo oficial mostra execução isolada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E86EC28-26D6-4BA9-829E-74EB1B86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Unit tests validam lógica SQL antes de materializar toda a população.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F9A31F0E-7E7D-44C9-B4F2-AD2C18D2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Inputs estáticos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Modelo selecionado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Falha localizada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8E3B0A29-3185-484B-A962-657D8672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EEE744A6-95F0-4808-8F5B-9D117135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58086842-FF26-4686-9737-5A49F31C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D898E4C5-56EB-4700-AA2F-1509AEBF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3F7CB66-A2C2-4FBE-A1BB-BFC5447A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4F82D2AD-E54C-4942-9C36-D5B9F1E3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2CA797B-6BA4-42B4-BC14-BBD8BB62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8/21</a:t>
            </a:r>
          </a:p>
        </p:txBody>
      </p:sp>
    </p:spTree>
    <p:extLst>
      <p:ext uri="{BB962C8B-B14F-4D97-AF65-F5344CB8AC3E}">
        <p14:creationId xmlns:p14="http://schemas.microsoft.com/office/powerpoint/2010/main" val="13252374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A4666B-C7A4-4213-8DE6-55893C62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exemplo oficial mostra execução isolada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66CAF700-D30B-4260-A393-DC7F55BA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Unit tests validam lógica SQL antes de materializar toda a população.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BEAE82B1-7A11-4517-AC66-D9332856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5" name="" descr="Figura oficial da documentação dbt usada para explicar: O exemplo oficial mostra execução isolada — Unit tests validam lógica SQL antes de materializar toda a populaçã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4062bd36bc4e0c"/>
          <a:stretch xmlns:a="http://schemas.openxmlformats.org/drawingml/2006/main"/>
        </p:blipFill>
        <p:spPr>
          <a:xfrm xmlns:a="http://schemas.openxmlformats.org/drawingml/2006/main">
            <a:off x="5429250" y="2505561"/>
            <a:ext cx="5791200" cy="1942128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8A874E42-2158-46A7-9E54-C543CA8C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Exemplo oficial dbt Labs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D4F47143-DBAF-4999-AD56-786D4ACB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B57B55C-6FFE-4A50-98D8-7AD3143B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D656C68D-C15C-4D08-B5DE-44532E62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E644A2A-7357-4D6E-96EB-C48A11D9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9/21</a:t>
            </a:r>
          </a:p>
        </p:txBody>
      </p:sp>
    </p:spTree>
    <p:extLst>
      <p:ext uri="{BB962C8B-B14F-4D97-AF65-F5344CB8AC3E}">
        <p14:creationId xmlns:p14="http://schemas.microsoft.com/office/powerpoint/2010/main" val="1664574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A04CB6-8FFC-4412-9AAD-9EA80A28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Data tests procuram violações reais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68BABB8-9124-4C54-9BB6-759F18D5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A população materializada pode falhar mesmo quando o exemplo unitário passa.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16B3EAB5-5790-45D5-8201-5F243939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unique e not_null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accepted_values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Regra delivered_revenue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56BAC7BD-4FAA-47B0-BF1C-45A71A48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5F8A12B-E231-4525-BEB3-6E1884B8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E1B71FD0-84D2-436A-AB2B-24ECD1FAD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6E2FA09-8EF6-4F92-A888-99B7E8C1B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91FCBE8-25D1-4D8F-BDE7-08C5A135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7027A1E9-4BCB-40DF-BFE0-D4E2803B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008D777-346A-4CBC-9DBC-F171808B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10/21</a:t>
            </a:r>
          </a:p>
        </p:txBody>
      </p:sp>
    </p:spTree>
    <p:extLst>
      <p:ext uri="{BB962C8B-B14F-4D97-AF65-F5344CB8AC3E}">
        <p14:creationId xmlns:p14="http://schemas.microsoft.com/office/powerpoint/2010/main" val="1492653375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0FFA10-B501-4B9C-9B4E-1ECC3BF6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Data tests procuram violações reais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79DA8DD0-20DF-4599-96C4-F17FAC48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Build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11594C26-8A76-4F11-83E5-5226AF33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População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D4C133D6-50AD-4F7B-BCD8-6B1A5A7D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Teste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9F19615D-DD6F-4422-BF97-8530AC8C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Falha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6AEA852D-BF7B-4CAF-9F5B-70126438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153ABCC-ACB5-4A6B-A543-8635855A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A5B8105D-38B5-4F6A-BC50-35C7058B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ABC94BB-ACC3-415F-86E3-3DA4E7A1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11/21</a:t>
            </a:r>
          </a:p>
        </p:txBody>
      </p:sp>
    </p:spTree>
    <p:extLst>
      <p:ext uri="{BB962C8B-B14F-4D97-AF65-F5344CB8AC3E}">
        <p14:creationId xmlns:p14="http://schemas.microsoft.com/office/powerpoint/2010/main" val="1517441302"/>
      </p:ext>
    </p:extLst>
  </p:cSld>
</p:sld>
</file>

<file path=ppt/slides/slide1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2A426F-B6D4-48F7-BB11-A38C1FB8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Freshness responde se a fonte chegou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7341DC2-FDBD-4506-A30F-0E14BCAA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Uma fixture recente passa; a mesma carga envelhecida deve falhar.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2A16FC32-A0D2-46F4-9337-D002008F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loaded_at_field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SLA explícito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Teste positivo e negativo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FC7A0CF-5471-4179-B05D-63D23339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30A6D7B-1C10-4FAB-A5EE-053853BC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D88CD924-2CF3-45D6-A7F9-7E29F143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179169E-2E2D-481E-B5A4-8285417D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F9A950C-E9DB-4908-95D7-886D2BD12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1E4F1D32-B0BC-4098-8C41-9C1E34CB4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BF5E7A9-6FCF-4DD8-A71D-55F8E7D7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12/21</a:t>
            </a:r>
          </a:p>
        </p:txBody>
      </p:sp>
    </p:spTree>
    <p:extLst>
      <p:ext uri="{BB962C8B-B14F-4D97-AF65-F5344CB8AC3E}">
        <p14:creationId xmlns:p14="http://schemas.microsoft.com/office/powerpoint/2010/main" val="343774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55478C-9140-450A-B77E-67674238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Freshness responde se a fonte chegou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A67807B5-836A-4048-BCD5-FD5541EB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86BBF712-9D7A-4456-B41D-618A49F9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Recente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2977F3DB-8E37-4557-843F-87E583B5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8D39DF93-82D4-4B82-AE17-AA28AC4DE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Warning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5BC0C7BD-A1FD-43A9-912D-7556B0A5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C16F915A-89BC-4C5C-83AB-E4E60E2B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Error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DEBC8B92-4B33-4170-A386-4709A657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1C3BD5B-FBAE-4E1C-907F-C723A4D5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0CCDA829-5ACC-4453-81DE-7C98A377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5C05155-D1D8-499E-8546-55AF69DF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13/21</a:t>
            </a:r>
          </a:p>
        </p:txBody>
      </p:sp>
    </p:spTree>
    <p:extLst>
      <p:ext uri="{BB962C8B-B14F-4D97-AF65-F5344CB8AC3E}">
        <p14:creationId xmlns:p14="http://schemas.microsoft.com/office/powerpoint/2010/main" val="1077411632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BF1347-10A4-4714-9492-65009D8B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FF7AF34C-E703-4035-93BC-B8432052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9EEF474C-0D2F-4B04-B13A-796D25E9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06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C654BF16-43D6-44CC-B853-370B6E3D8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E3CDE4A1-53E5-4E69-BCD3-1207C347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CBFCB02-4202-4711-B83E-1B5C0EDC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3F7453C-9FC5-4441-817B-4E7083D5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4927316-6279-4118-A0B9-A4BB1DDB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14/21</a:t>
            </a:r>
          </a:p>
        </p:txBody>
      </p:sp>
    </p:spTree>
    <p:extLst>
      <p:ext uri="{BB962C8B-B14F-4D97-AF65-F5344CB8AC3E}">
        <p14:creationId xmlns:p14="http://schemas.microsoft.com/office/powerpoint/2010/main" val="43566047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EEF6182-4BDE-40D5-97A6-B751390B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3104918C-6D07-4D5E-A3D1-84E3240A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18507F7A-05BE-4B6B-8DF6-F91F8D37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Unit test do intervalo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F4608AA7-BF7D-4603-8DE7-88E5D0CA0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4CC96C4A-AC05-4D67-AC44-AF06451AF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1DAAE1C0-C760-46CC-B528-10AAF63F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25 data tests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39EA9345-986C-48BF-9469-B7943E95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5F322792-E368-48F5-826F-A2FCADB7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DC754918-F925-4BC0-A59D-16ACB459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Freshness recente e envelhecida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3E5780DF-E3B9-4349-B8AE-405927FA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8C84CCB-5526-47A9-AAEB-80D7EF25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481D41BA-A5CD-4322-862C-493E804E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B59D83C-F890-4C69-A75A-5CECFC75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15/21</a:t>
            </a:r>
          </a:p>
        </p:txBody>
      </p:sp>
    </p:spTree>
    <p:extLst>
      <p:ext uri="{BB962C8B-B14F-4D97-AF65-F5344CB8AC3E}">
        <p14:creationId xmlns:p14="http://schemas.microsoft.com/office/powerpoint/2010/main" val="1644749686"/>
      </p:ext>
    </p:extLst>
  </p:cSld>
</p:sld>
</file>

<file path=ppt/slides/slide1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F2387D1A-477D-4B20-A6B5-CEABD265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2FE6C647-9B2B-4B16-B4A6-0BDA8EEF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45 PASS · 1 NO-OP · 0 erros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1BA7BD40-855F-415A-A2F3-2A3DDD87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06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254481EB-5DC8-458F-959F-EA86F89C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48F4A3F8-59A0-421D-8B28-6D4D3816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E2B17EC7-61DE-4F9F-8174-229BCB3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FD42E20-2349-4DC8-BEE2-DD7BD197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1CBEE74A-791E-41B8-92F6-489F8C75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F2A0D80-D3E4-4AD7-98D1-17AE588BF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16/21</a:t>
            </a:r>
          </a:p>
        </p:txBody>
      </p:sp>
    </p:spTree>
    <p:extLst>
      <p:ext uri="{BB962C8B-B14F-4D97-AF65-F5344CB8AC3E}">
        <p14:creationId xmlns:p14="http://schemas.microsoft.com/office/powerpoint/2010/main" val="20048312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2BAE2B-AAB5-4E23-B955-80C83597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0DF90B4C-61FE-4352-8683-44DB9ABA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A7FD8211-CFFE-45D0-8D4E-3A72ABBA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risco e owner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C6EFD58E-553A-411A-BC65-176896DC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7C688F80-2BC6-4619-A237-01533EABF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24888481-00AF-4609-B8E1-440C4F60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controle na etapa barata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707072F2-29A7-45A3-885D-999C06C2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BBEF2983-9145-4662-8639-9270231C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781BE527-06CC-45A5-ABCA-8AC706F5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interfaces testadas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B3D1D5BB-2144-4A26-9200-423DB394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B415C31-3525-40C0-9A85-72318232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AD90B47F-631F-406C-A3CE-34D58DF0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1830324-C533-45B5-838D-D7BB2F9B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17/21</a:t>
            </a:r>
          </a:p>
        </p:txBody>
      </p:sp>
    </p:spTree>
    <p:extLst>
      <p:ext uri="{BB962C8B-B14F-4D97-AF65-F5344CB8AC3E}">
        <p14:creationId xmlns:p14="http://schemas.microsoft.com/office/powerpoint/2010/main" val="928152643"/>
      </p:ext>
    </p:extLst>
  </p:cSld>
</p:sld>
</file>

<file path=ppt/slides/slide1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113B1175-C913-4DFD-8C38-1F4F1EF8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+4 dias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BBB325A1-E431-4DDD-AB2E-0494774E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resultado esperado do bug de data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7BFF70F4-36F3-4D88-8494-EF4843015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D503255F-0617-4129-B6DD-B3A1D2B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Mini-case reproduzido no laboratório.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DB962454-F0E3-4134-B5F4-EE2D25EF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849A392-B688-4797-B673-6E1139CA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8D37A52-9099-442E-A450-881DD765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F57D9B-2926-4904-A3D8-F54F8583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18/21</a:t>
            </a:r>
          </a:p>
        </p:txBody>
      </p:sp>
    </p:spTree>
    <p:extLst>
      <p:ext uri="{BB962C8B-B14F-4D97-AF65-F5344CB8AC3E}">
        <p14:creationId xmlns:p14="http://schemas.microsoft.com/office/powerpoint/2010/main" val="102329650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3B21D8-DC23-453F-8BC8-C74CEF87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9EBB3F5A-58D8-49A3-A5F3-E78F50E8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Freshness não mede volume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Teste pesado pode custar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Alerta sem runbook vira ruído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7519FAC1-02F7-4EBD-9B8A-6902DA8A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E2DFF3C-257C-4A0F-AC59-BD54D5F1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0B4F4862-1BB9-4D1C-9209-CC875523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1C4884A-4DF2-4F02-8D36-042B5674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19/21</a:t>
            </a:r>
          </a:p>
        </p:txBody>
      </p:sp>
    </p:spTree>
    <p:extLst>
      <p:ext uri="{BB962C8B-B14F-4D97-AF65-F5344CB8AC3E}">
        <p14:creationId xmlns:p14="http://schemas.microsoft.com/office/powerpoint/2010/main" val="101990683"/>
      </p:ext>
    </p:extLst>
  </p:cSld>
</p:sld>
</file>

<file path=ppt/slides/slide2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5012E1DD-ECB5-4DA8-8A15-0B2371F7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F6C90011-85EA-4234-A093-02551E82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Engines novas antecipam parse; não substituem testes, freshness ou SLO.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4B9CF19F-AEBB-40CB-BCB5-4AB0C58E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6175855-FA7C-4958-871E-BD006EEF2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1EC99E8-B8E9-4552-A1E4-69890C52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A3886858-695F-45F1-9907-1A294ADC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6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C7DD113-AD1D-4902-9B96-B5919B30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82AD777A-E980-4516-BD80-3A86A43E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112CD0-E7AD-4FC2-BE77-1F4D898F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20/21</a:t>
            </a:r>
          </a:p>
        </p:txBody>
      </p:sp>
    </p:spTree>
    <p:extLst>
      <p:ext uri="{BB962C8B-B14F-4D97-AF65-F5344CB8AC3E}">
        <p14:creationId xmlns:p14="http://schemas.microsoft.com/office/powerpoint/2010/main" val="127332220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B6EE384F-EA4F-4493-9D86-F0D40C80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2F510EA1-869B-4DDC-B8B8-BDA27444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Escreva o menor unit test que reproduz um bug possível.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A3957D5B-F444-49F1-BACE-0FEBCDCDA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06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0C9DB7FE-002D-45BF-B48E-E572314B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6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55237E6-60DD-403D-8296-F3A5A6A3B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9C7DC31-FCEA-4085-9728-58145CFC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C4A1F1C-7C2B-4E6E-9789-2552CB0F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21/21</a:t>
            </a:r>
          </a:p>
        </p:txBody>
      </p:sp>
    </p:spTree>
    <p:extLst>
      <p:ext uri="{BB962C8B-B14F-4D97-AF65-F5344CB8AC3E}">
        <p14:creationId xmlns:p14="http://schemas.microsoft.com/office/powerpoint/2010/main" val="2452880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2026-09-02T01:19:29.0760000Z</dcterms:created>
  <dcterms:modified xsi:type="dcterms:W3CDTF">2026-09-02T01:19:29.0760000Z</dcterms:modified>
</coreProperties>
</file>