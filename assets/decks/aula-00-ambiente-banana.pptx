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3ed3bcb47e43a4" /><Relationship Type="http://schemas.openxmlformats.org/officeDocument/2006/relationships/extended-properties" Target="/docProps/app.xml" Id="R8bb4257f72c24072" /><Relationship Type="http://schemas.openxmlformats.org/officeDocument/2006/relationships/officeDocument" Target="/ppt/presentation.xml" Id="Rc4ad39e0162442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fd301cf9a9407f"/>
  </p:sldMasterIdLst>
  <p:notesMasterIdLst>
    <p:notesMasterId xmlns:r="http://schemas.openxmlformats.org/officeDocument/2006/relationships" r:id="R0b1149c39e2c469a"/>
  </p:notesMasterIdLst>
  <p:sldIdLst>
    <p:sldId xmlns:r="http://schemas.openxmlformats.org/officeDocument/2006/relationships" id="256" r:id="R0ee0e1ae69ef4175"/>
    <p:sldId xmlns:r="http://schemas.openxmlformats.org/officeDocument/2006/relationships" id="257" r:id="R179aa0f4617746ee"/>
    <p:sldId xmlns:r="http://schemas.openxmlformats.org/officeDocument/2006/relationships" id="258" r:id="R9b41cf2ff19f48eb"/>
    <p:sldId xmlns:r="http://schemas.openxmlformats.org/officeDocument/2006/relationships" id="259" r:id="Ra6e2ac767d8e414f"/>
    <p:sldId xmlns:r="http://schemas.openxmlformats.org/officeDocument/2006/relationships" id="260" r:id="R02db04823ced4913"/>
    <p:sldId xmlns:r="http://schemas.openxmlformats.org/officeDocument/2006/relationships" id="261" r:id="Rfe9e4fe43adb4f6a"/>
    <p:sldId xmlns:r="http://schemas.openxmlformats.org/officeDocument/2006/relationships" id="262" r:id="Ra4e13dfc1e3b4edb"/>
    <p:sldId xmlns:r="http://schemas.openxmlformats.org/officeDocument/2006/relationships" id="263" r:id="R70be7485faab4465"/>
    <p:sldId xmlns:r="http://schemas.openxmlformats.org/officeDocument/2006/relationships" id="264" r:id="R5de12367a9ae4aa5"/>
    <p:sldId xmlns:r="http://schemas.openxmlformats.org/officeDocument/2006/relationships" id="265" r:id="R85eca4981c5f41fa"/>
    <p:sldId xmlns:r="http://schemas.openxmlformats.org/officeDocument/2006/relationships" id="266" r:id="Rc07b89f1e0444c32"/>
    <p:sldId xmlns:r="http://schemas.openxmlformats.org/officeDocument/2006/relationships" id="267" r:id="Radf61f613ce94821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ed8b85cfd44e85" /><Relationship Type="http://schemas.openxmlformats.org/officeDocument/2006/relationships/slideMaster" Target="/ppt/slideMasters/slideMaster1.xml" Id="R73fd301cf9a9407f" /><Relationship Type="http://schemas.openxmlformats.org/officeDocument/2006/relationships/notesMaster" Target="/ppt/notesMasters/notesMaster1.xml" Id="R0b1149c39e2c469a" /><Relationship Type="http://schemas.openxmlformats.org/officeDocument/2006/relationships/presProps" Target="/ppt/presProps.xml" Id="R41aa0ec176564efd" /><Relationship Type="http://schemas.openxmlformats.org/officeDocument/2006/relationships/viewProps" Target="/ppt/viewProps.xml" Id="R0b8e2ee58d4b4ea4" /><Relationship Type="http://schemas.openxmlformats.org/officeDocument/2006/relationships/tableStyles" Target="/ppt/tableStyles.xml" Id="R9179e8038cc84ea3" /><Relationship Type="http://schemas.openxmlformats.org/officeDocument/2006/relationships/slide" Target="/ppt/slides/slide1.xml" Id="R0ee0e1ae69ef4175" /><Relationship Type="http://schemas.openxmlformats.org/officeDocument/2006/relationships/slide" Target="/ppt/slides/slide2.xml" Id="R179aa0f4617746ee" /><Relationship Type="http://schemas.openxmlformats.org/officeDocument/2006/relationships/slide" Target="/ppt/slides/slide3.xml" Id="R9b41cf2ff19f48eb" /><Relationship Type="http://schemas.openxmlformats.org/officeDocument/2006/relationships/slide" Target="/ppt/slides/slide4.xml" Id="Ra6e2ac767d8e414f" /><Relationship Type="http://schemas.openxmlformats.org/officeDocument/2006/relationships/slide" Target="/ppt/slides/slide5.xml" Id="R02db04823ced4913" /><Relationship Type="http://schemas.openxmlformats.org/officeDocument/2006/relationships/slide" Target="/ppt/slides/slide6.xml" Id="Rfe9e4fe43adb4f6a" /><Relationship Type="http://schemas.openxmlformats.org/officeDocument/2006/relationships/slide" Target="/ppt/slides/slide7.xml" Id="Ra4e13dfc1e3b4edb" /><Relationship Type="http://schemas.openxmlformats.org/officeDocument/2006/relationships/slide" Target="/ppt/slides/slide8.xml" Id="R70be7485faab4465" /><Relationship Type="http://schemas.openxmlformats.org/officeDocument/2006/relationships/slide" Target="/ppt/slides/slide9.xml" Id="R5de12367a9ae4aa5" /><Relationship Type="http://schemas.openxmlformats.org/officeDocument/2006/relationships/slide" Target="/ppt/slides/slide10.xml" Id="R85eca4981c5f41fa" /><Relationship Type="http://schemas.openxmlformats.org/officeDocument/2006/relationships/slide" Target="/ppt/slides/slide11.xml" Id="Rc07b89f1e0444c32" /><Relationship Type="http://schemas.openxmlformats.org/officeDocument/2006/relationships/slide" Target="/ppt/slides/slide12.xml" Id="Radf61f613ce948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2aea15e84f4b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1c1aa646fb4538" /><Relationship Type="http://schemas.openxmlformats.org/officeDocument/2006/relationships/notesMaster" Target="/ppt/notesMasters/notesMaster1.xml" Id="Rea1d52bde8c140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96301b97944835" /><Relationship Type="http://schemas.openxmlformats.org/officeDocument/2006/relationships/notesMaster" Target="/ppt/notesMasters/notesMaster1.xml" Id="R9b22fd8da0904a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c4f8b24c824649" /><Relationship Type="http://schemas.openxmlformats.org/officeDocument/2006/relationships/notesMaster" Target="/ppt/notesMasters/notesMaster1.xml" Id="R9f35070e5f0741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c14548546a4e7d" /><Relationship Type="http://schemas.openxmlformats.org/officeDocument/2006/relationships/notesMaster" Target="/ppt/notesMasters/notesMaster1.xml" Id="R4ff5ac9cf3074c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350ed2965048cf" /><Relationship Type="http://schemas.openxmlformats.org/officeDocument/2006/relationships/notesMaster" Target="/ppt/notesMasters/notesMaster1.xml" Id="R80c2522d6b6342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183eea765043a7" /><Relationship Type="http://schemas.openxmlformats.org/officeDocument/2006/relationships/notesMaster" Target="/ppt/notesMasters/notesMaster1.xml" Id="R0d6013cbe15b4f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6bddc3780b4885" /><Relationship Type="http://schemas.openxmlformats.org/officeDocument/2006/relationships/notesMaster" Target="/ppt/notesMasters/notesMaster1.xml" Id="Rb14ad08a517e4c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738a2fd3ca4aa9" /><Relationship Type="http://schemas.openxmlformats.org/officeDocument/2006/relationships/notesMaster" Target="/ppt/notesMasters/notesMaster1.xml" Id="R9ee1a8a495ef4a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db0356155a429b" /><Relationship Type="http://schemas.openxmlformats.org/officeDocument/2006/relationships/notesMaster" Target="/ppt/notesMasters/notesMaster1.xml" Id="Rc7bbf01256cd4b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1a8eb7a1a241a7" /><Relationship Type="http://schemas.openxmlformats.org/officeDocument/2006/relationships/notesMaster" Target="/ppt/notesMasters/notesMaster1.xml" Id="Rc62a03eab3f642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28dca9ceb64765" /><Relationship Type="http://schemas.openxmlformats.org/officeDocument/2006/relationships/notesMaster" Target="/ppt/notesMasters/notesMaster1.xml" Id="R7fbf3df15d534a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b9c830d182414f" /><Relationship Type="http://schemas.openxmlformats.org/officeDocument/2006/relationships/notesMaster" Target="/ppt/notesMasters/notesMaster1.xml" Id="Rb661857f621148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mostrando o resultado: qualquer aluno deve chegar ao mesmo checkpoint, independentemente do sistema. Explique que esta aula reduz atrito; ela não exige conhecimento prévio de Python ou Git.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a pasta target somente depois de executar. Não presuma que o aluno sabe o que é artifact; diga que são arquivos de evidência do projeto.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https://docs.getdbt.com/reference/artifacts/dbt-artifacts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 autoquestionário do guia. Se o aluno não souber join, recomende revisão curta, mas não bloqueie o setup.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Recomende local como caminho principal e Codespaces como alternativa oficial. Não diga que Codespaces é ilimitado ou sempre gratuito.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https://docs.github.com/en/billing/managing-billing-for-your-products/managing-billing-for-github-codespaces/about-billing-for-github-codespaces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Windows pode ser py -3.12; em macOS/Linux, python3.12. Depois, o launcher resolve venv e executáveis corretamente.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https://docs.python.org/3/library/venv.html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apenas o caminho do sistema usado na gravação e aponte os outros guias. Não ensine ativação manual da venv.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https://docs.python.org/3/using/windows.html</a:t>
            </a:r>
          </a:p>
          <a:p xmlns:a="http://schemas.openxmlformats.org/drawingml/2006/main">
            <a:r>
              <a:t>- https://docs.python.org/3/using/mac.html</a:t>
            </a:r>
          </a:p>
          <a:p xmlns:a="http://schemas.openxmlformats.org/drawingml/2006/main">
            <a:r>
              <a:t>- https://docs.python.org/3/using/unix.html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 ao vivo. Explique cada OK. Se houver erro, mostre a mensagem corretiva e consulte o guia do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primeira execução precisa de internet. Repetir é seguro. Destaque que nenhuma credencial cloud é solicitada.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https://docs.getdbt.com/reference/commands/debug</a:t>
            </a:r>
          </a:p>
          <a:p xmlns:a="http://schemas.openxmlformats.org/drawingml/2006/main">
            <a:r>
              <a:t>- https://docs.python.org/3/library/venv.html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o repositório e conecte cada pasta a uma necessidade do aluno. Não explore arquivos internos ainda.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https://github.com/AnselmoBorges/dbt-moderno-na-pratica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 ao vivo e espere a conclusão. Mostre o status final e os artifacts, não leia cada linha do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https://docs.getdbt.com/reference/commands/build</a:t>
            </a:r>
          </a:p>
          <a:p xmlns:a="http://schemas.openxmlformats.org/drawingml/2006/main">
            <a:r>
              <a:t>- https://docs.getdbt.com/reference/artifacts/dbt-artifacts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Evite a frase 'ignore warnings'. Ensine o aluno a separar aviso de depreciação, falha técnica e resultado de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https://docs.getdbt.com/reference/commands/build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Demonstre o relatório JSON. Mostre que ele não contém ambiente completo nem caminho pessoal.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https://docs.getdbt.com/community/resources/getting-help</a:t>
            </a:r>
          </a:p>
          <a:p xmlns:a="http://schemas.openxmlformats.org/drawingml/2006/main">
            <a:r>
              <a:t>- https://duckdb.org/docs/stable/connect/concurrency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89c0f58aa48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7dcb41f5d40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48789d6b14c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d18eccb7041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ed771004b40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429b440be49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b9268055542c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11f58400a490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56fff2318430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3943ad8c9433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6f61c8bc6c4ea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E1ACE5-A2C1-436E-A7F8-8E35A72F53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A2E9838-52A6-414C-83E6-5D7E87D6E4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084240-CBB6-40D0-ADA9-CEDA9451DF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BB4F74-B25D-4D82-91E6-7E1DBE5E55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D455CB-3588-4541-A485-8D8A6D2EA3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2184C0-36DE-425B-BA00-C3200AACB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860B807-DD01-443C-9CB7-AA73F62F466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32B7664-98B5-44B5-9589-28EEE8FA70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F9D9CD-72F9-4F3C-8F17-FDEC27C204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325C3B-C3F0-4870-8E4B-8244147671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589D24-B516-41ED-A196-89596D1D96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A7DF6E4-D356-4EDD-8822-9FA30CB590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734958-1015-42E0-B206-ED59BF9E09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C19C16-7F8B-4EF7-B563-FB98F6D298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ED19C8-FCD0-4927-A9A2-03B3823B65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BF8F0E-5F8D-47DC-B070-4F97FFBF92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006374-1814-4EB2-9C9A-D67F9BAA6C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3B3E065-5616-4C7A-958E-954318E8F2E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A16D04B-2C9C-4030-A673-F520C29294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CB7161F-695E-437B-9C29-8A5069D4BF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6706971-5A2B-4F62-876B-21AC748EB0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763AFC-1C14-47C2-91A3-0E9558C9FF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F0B7BFF-296D-4C30-A1F0-537C55620F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4869000-5BE9-4E59-9BF5-A3C1FC5ABAC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350965D-D06A-49EC-A14C-95B9F4230BC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BB0BAB0-726A-4B9F-984A-0587A2D72F8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84D6801-46D5-465F-A32B-3E7939313E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EEBBCE9-CD17-4FE8-91BF-DB3F7B9EC0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8627BAA-1C6A-4967-8E68-F5672E9C2C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B7D758-71AD-443B-B619-451C69C63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9A26674-A631-49F8-BBC2-D40540FDDA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D512451-D9E3-4390-AE4A-5A1FABAAD7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AB5799A-D863-4AD1-BADD-71B9699F32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2DC8A66-3ED9-4AFF-A958-E42784B088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77C3D1-0D81-4B92-90FC-321FE726B1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0E048E7-74A8-4D11-B7C5-F825FBF24C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F0C97C-AF02-49FA-B52C-C61CF48EE8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A2EA37D-BE1B-4313-A7D6-8F55F514BA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5C09CEB-030C-4E06-957B-958A03C022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2BCDBCC-C38F-4572-931E-1322E30F14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84D450B-71D2-49F7-AAFA-019D9D685A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2B0CDA8-B3FA-44E8-A5CC-78B795CFA9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45E31-AAFC-421B-90C6-3E2F1AA8B3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6FF41CE-B619-471B-80AA-2B2F3674A39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47F04E5-8FE4-4FDB-8318-01683AE69B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517ED63-2D64-4B05-B11A-567C25EDB0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53BF500-A8FB-46F4-BF8D-D35D5FE980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10824A-E44E-4961-9DD8-47B2EDA2BB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6297497-461B-4360-8D65-11BD69E7A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79ACE6-E9C4-4359-A25C-DB2F4BF73C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B4EE458-F67F-4A6D-B9CE-E3A0396C64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F7952AD-5C51-4CC3-B7AE-7CCE3849E6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70D2C6-07A5-4409-B528-42F774FE5C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F4F4B82-E2BB-4CFB-B262-3A5C5EF09C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366917D-1760-4129-9C22-03A2BB2799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1F1658-F14A-4EE9-B611-5FD055E86A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3EBE4A-4C1D-4943-AA3F-A26AF13D3A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9D5C75-B281-4DEC-8326-102EF387A7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cef2f58e164780" /><Relationship Type="http://schemas.openxmlformats.org/officeDocument/2006/relationships/slideLayout" Target="/ppt/slideLayouts/slideLayout1.xml" Id="Rabd3b85be89743de" /><Relationship Type="http://schemas.openxmlformats.org/officeDocument/2006/relationships/slideLayout" Target="/ppt/slideLayouts/slideLayout2.xml" Id="Rc194372cb4324534" /><Relationship Type="http://schemas.openxmlformats.org/officeDocument/2006/relationships/slideLayout" Target="/ppt/slideLayouts/slideLayout3.xml" Id="R2a645329b36e4062" /><Relationship Type="http://schemas.openxmlformats.org/officeDocument/2006/relationships/slideLayout" Target="/ppt/slideLayouts/slideLayout4.xml" Id="Refb37668adcd4ef9" /><Relationship Type="http://schemas.openxmlformats.org/officeDocument/2006/relationships/slideLayout" Target="/ppt/slideLayouts/slideLayout5.xml" Id="Rfd8c4dfc6c314ce6" /><Relationship Type="http://schemas.openxmlformats.org/officeDocument/2006/relationships/slideLayout" Target="/ppt/slideLayouts/slideLayout6.xml" Id="R8bb56afe28c14e4f" /><Relationship Type="http://schemas.openxmlformats.org/officeDocument/2006/relationships/slideLayout" Target="/ppt/slideLayouts/slideLayout7.xml" Id="Rab8d9af18b394465" /><Relationship Type="http://schemas.openxmlformats.org/officeDocument/2006/relationships/slideLayout" Target="/ppt/slideLayouts/slideLayout8.xml" Id="Re35ece10610f4fa2" /><Relationship Type="http://schemas.openxmlformats.org/officeDocument/2006/relationships/slideLayout" Target="/ppt/slideLayouts/slideLayout9.xml" Id="Rbe1a178da67e4cfb" /><Relationship Type="http://schemas.openxmlformats.org/officeDocument/2006/relationships/slideLayout" Target="/ppt/slideLayouts/slideLayout10.xml" Id="Rb598bb0565e544bf" /><Relationship Type="http://schemas.openxmlformats.org/officeDocument/2006/relationships/slideLayout" Target="/ppt/slideLayouts/slideLayout11.xml" Id="R9355a8efa805420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54F1A57-EF9C-435C-BD50-0EA61E797A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3AE5FE-F1BB-4C3B-8034-36475C9102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66171D-4E1A-40A2-9851-E3EEB5ABDC3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BE8697-BD38-4F27-8DF5-4D8A80B248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69172B-087E-4448-93F0-4E7174DA69D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d3b85be89743de"/>
    <p:sldLayoutId xmlns:r="http://schemas.openxmlformats.org/officeDocument/2006/relationships" id="2147483650" r:id="Rc194372cb4324534"/>
    <p:sldLayoutId xmlns:r="http://schemas.openxmlformats.org/officeDocument/2006/relationships" id="2147483651" r:id="R2a645329b36e4062"/>
    <p:sldLayoutId xmlns:r="http://schemas.openxmlformats.org/officeDocument/2006/relationships" id="2147483652" r:id="Refb37668adcd4ef9"/>
    <p:sldLayoutId xmlns:r="http://schemas.openxmlformats.org/officeDocument/2006/relationships" id="2147483653" r:id="Rfd8c4dfc6c314ce6"/>
    <p:sldLayoutId xmlns:r="http://schemas.openxmlformats.org/officeDocument/2006/relationships" id="2147483654" r:id="R8bb56afe28c14e4f"/>
    <p:sldLayoutId xmlns:r="http://schemas.openxmlformats.org/officeDocument/2006/relationships" id="2147483655" r:id="Rab8d9af18b394465"/>
    <p:sldLayoutId xmlns:r="http://schemas.openxmlformats.org/officeDocument/2006/relationships" id="2147483656" r:id="Re35ece10610f4fa2"/>
    <p:sldLayoutId xmlns:r="http://schemas.openxmlformats.org/officeDocument/2006/relationships" id="2147483657" r:id="Rbe1a178da67e4cfb"/>
    <p:sldLayoutId xmlns:r="http://schemas.openxmlformats.org/officeDocument/2006/relationships" id="2147483658" r:id="Rb598bb0565e544bf"/>
    <p:sldLayoutId xmlns:r="http://schemas.openxmlformats.org/officeDocument/2006/relationships" id="2147483659" r:id="R9355a8efa8054201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dbe82ab0af43aa" /><Relationship Type="http://schemas.openxmlformats.org/officeDocument/2006/relationships/image" Target="/ppt/media/image.jpeg" Id="R376cd5b772fb4803" /><Relationship Type="http://schemas.openxmlformats.org/officeDocument/2006/relationships/notesSlide" Target="/ppt/notesSlides/notesSlide1.xml" Id="Recbd0de80a4e43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9641338c3843ac" /><Relationship Type="http://schemas.openxmlformats.org/officeDocument/2006/relationships/image" Target="/ppt/media/image2.jpeg" Id="Re7463a2b46e947df" /><Relationship Type="http://schemas.openxmlformats.org/officeDocument/2006/relationships/notesSlide" Target="/ppt/notesSlides/notesSlide2.xml" Id="Rc05b9901a32043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686cbeb0bb4dd7" /><Relationship Type="http://schemas.openxmlformats.org/officeDocument/2006/relationships/image" Target="/ppt/media/image3.jpeg" Id="Ra09ec4f137334ff9" /><Relationship Type="http://schemas.openxmlformats.org/officeDocument/2006/relationships/notesSlide" Target="/ppt/notesSlides/notesSlide3.xml" Id="R014cc95211c34f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1ad22b7770436b" /><Relationship Type="http://schemas.openxmlformats.org/officeDocument/2006/relationships/image" Target="/ppt/media/image4.jpeg" Id="R98a1bbf17da24935" /><Relationship Type="http://schemas.openxmlformats.org/officeDocument/2006/relationships/notesSlide" Target="/ppt/notesSlides/notesSlide4.xml" Id="R55305dbea0ab46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32c88f83db455e" /><Relationship Type="http://schemas.openxmlformats.org/officeDocument/2006/relationships/image" Target="/ppt/media/image5.jpeg" Id="Re4ec0302b79447c8" /><Relationship Type="http://schemas.openxmlformats.org/officeDocument/2006/relationships/notesSlide" Target="/ppt/notesSlides/notesSlide5.xml" Id="R3a6aa98c50d048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b0c20d85a244b1" /><Relationship Type="http://schemas.openxmlformats.org/officeDocument/2006/relationships/image" Target="/ppt/media/image6.jpeg" Id="R74c04b4f93874e2d" /><Relationship Type="http://schemas.openxmlformats.org/officeDocument/2006/relationships/notesSlide" Target="/ppt/notesSlides/notesSlide6.xml" Id="Rdd43fc5a675b4d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ccb0fd419443a8" /><Relationship Type="http://schemas.openxmlformats.org/officeDocument/2006/relationships/image" Target="/ppt/media/image7.jpeg" Id="R3504a33b0f2d4308" /><Relationship Type="http://schemas.openxmlformats.org/officeDocument/2006/relationships/notesSlide" Target="/ppt/notesSlides/notesSlide7.xml" Id="R097b9212f67745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9c3c6ddbbf483d" /><Relationship Type="http://schemas.openxmlformats.org/officeDocument/2006/relationships/image" Target="/ppt/media/image8.jpeg" Id="R0c623bb8d27845ea" /><Relationship Type="http://schemas.openxmlformats.org/officeDocument/2006/relationships/notesSlide" Target="/ppt/notesSlides/notesSlide8.xml" Id="R87fa69438d3f4a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ff2c4b88a345ea" /><Relationship Type="http://schemas.openxmlformats.org/officeDocument/2006/relationships/image" Target="/ppt/media/image9.jpeg" Id="R95feddcb8518499b" /><Relationship Type="http://schemas.openxmlformats.org/officeDocument/2006/relationships/notesSlide" Target="/ppt/notesSlides/notesSlide9.xml" Id="Rc057853e20e745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5df6fd7a4447cf" /><Relationship Type="http://schemas.openxmlformats.org/officeDocument/2006/relationships/image" Target="/ppt/media/image10.jpeg" Id="Ra7d7185cc5534281" /><Relationship Type="http://schemas.openxmlformats.org/officeDocument/2006/relationships/notesSlide" Target="/ppt/notesSlides/notesSlide10.xml" Id="Rb6b7858991da45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dfaecf11c54253" /><Relationship Type="http://schemas.openxmlformats.org/officeDocument/2006/relationships/image" Target="/ppt/media/image11.jpeg" Id="R32a4d09e79b14b58" /><Relationship Type="http://schemas.openxmlformats.org/officeDocument/2006/relationships/notesSlide" Target="/ppt/notesSlides/notesSlide11.xml" Id="R0b326bcc161f4c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0b67bf11024bed" /><Relationship Type="http://schemas.openxmlformats.org/officeDocument/2006/relationships/image" Target="/ppt/media/image12.jpeg" Id="Rcc30476befb4408f" /><Relationship Type="http://schemas.openxmlformats.org/officeDocument/2006/relationships/notesSlide" Target="/ppt/notesSlides/notesSlide12.xml" Id="R4cd084b7e6b84c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cd5b772fb48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371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63a2b46e947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053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ec4f137334f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486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1bbf17da249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02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c0302b79447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301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04b4f93874e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750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4a33b0f2d4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236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23bb8d27845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528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eddcb851849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808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7185cc55342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62747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4d09e79b14b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0398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0476befb440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2986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2026-09-01T23:42:03.5120000Z</dcterms:created>
  <dcterms:modified xsi:type="dcterms:W3CDTF">2026-09-01T23:42:03.5120000Z</dcterms:modified>
</coreProperties>
</file>